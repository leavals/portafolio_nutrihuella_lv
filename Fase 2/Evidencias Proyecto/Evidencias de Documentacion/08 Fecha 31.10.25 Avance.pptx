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Montaser Arabic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203" y="2600778"/>
            <a:ext cx="16998058" cy="5800587"/>
          </a:xfrm>
          <a:custGeom>
            <a:avLst/>
            <a:gdLst/>
            <a:ahLst/>
            <a:cxnLst/>
            <a:rect r="r" b="b" t="t" l="l"/>
            <a:pathLst>
              <a:path h="5800587" w="16998058">
                <a:moveTo>
                  <a:pt x="0" y="0"/>
                </a:moveTo>
                <a:lnTo>
                  <a:pt x="16998058" y="0"/>
                </a:lnTo>
                <a:lnTo>
                  <a:pt x="16998058" y="5800587"/>
                </a:lnTo>
                <a:lnTo>
                  <a:pt x="0" y="5800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3247" y="1685186"/>
            <a:ext cx="14117321" cy="8346866"/>
          </a:xfrm>
          <a:custGeom>
            <a:avLst/>
            <a:gdLst/>
            <a:ahLst/>
            <a:cxnLst/>
            <a:rect r="r" b="b" t="t" l="l"/>
            <a:pathLst>
              <a:path h="8346866" w="14117321">
                <a:moveTo>
                  <a:pt x="0" y="0"/>
                </a:moveTo>
                <a:lnTo>
                  <a:pt x="14117321" y="0"/>
                </a:lnTo>
                <a:lnTo>
                  <a:pt x="14117321" y="8346866"/>
                </a:lnTo>
                <a:lnTo>
                  <a:pt x="0" y="834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375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24/10/2025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31/10/2025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5770995" cy="2436899"/>
            <a:chOff x="0" y="0"/>
            <a:chExt cx="1700720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0720" cy="718157"/>
            </a:xfrm>
            <a:custGeom>
              <a:avLst/>
              <a:gdLst/>
              <a:ahLst/>
              <a:cxnLst/>
              <a:rect r="r" b="b" t="t" l="l"/>
              <a:pathLst>
                <a:path h="718157" w="1700720">
                  <a:moveTo>
                    <a:pt x="21464" y="0"/>
                  </a:moveTo>
                  <a:lnTo>
                    <a:pt x="1679255" y="0"/>
                  </a:lnTo>
                  <a:cubicBezTo>
                    <a:pt x="1684948" y="0"/>
                    <a:pt x="1690408" y="2261"/>
                    <a:pt x="1694433" y="6287"/>
                  </a:cubicBezTo>
                  <a:cubicBezTo>
                    <a:pt x="1698458" y="10312"/>
                    <a:pt x="1700720" y="15772"/>
                    <a:pt x="1700720" y="21464"/>
                  </a:cubicBezTo>
                  <a:lnTo>
                    <a:pt x="1700720" y="696693"/>
                  </a:lnTo>
                  <a:cubicBezTo>
                    <a:pt x="1700720" y="708547"/>
                    <a:pt x="1691110" y="718157"/>
                    <a:pt x="1679255" y="718157"/>
                  </a:cubicBezTo>
                  <a:lnTo>
                    <a:pt x="21464" y="718157"/>
                  </a:lnTo>
                  <a:cubicBezTo>
                    <a:pt x="15772" y="718157"/>
                    <a:pt x="10312" y="715896"/>
                    <a:pt x="6287" y="711871"/>
                  </a:cubicBezTo>
                  <a:cubicBezTo>
                    <a:pt x="2261" y="707845"/>
                    <a:pt x="0" y="702386"/>
                    <a:pt x="0" y="696693"/>
                  </a:cubicBezTo>
                  <a:lnTo>
                    <a:pt x="0" y="21464"/>
                  </a:lnTo>
                  <a:cubicBezTo>
                    <a:pt x="0" y="15772"/>
                    <a:pt x="2261" y="10312"/>
                    <a:pt x="6287" y="6287"/>
                  </a:cubicBezTo>
                  <a:cubicBezTo>
                    <a:pt x="10312" y="2261"/>
                    <a:pt x="15772" y="0"/>
                    <a:pt x="214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00720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71671" y="1110054"/>
            <a:ext cx="8227557" cy="6055302"/>
          </a:xfrm>
          <a:custGeom>
            <a:avLst/>
            <a:gdLst/>
            <a:ahLst/>
            <a:cxnLst/>
            <a:rect r="r" b="b" t="t" l="l"/>
            <a:pathLst>
              <a:path h="6055302" w="8227557">
                <a:moveTo>
                  <a:pt x="0" y="0"/>
                </a:moveTo>
                <a:lnTo>
                  <a:pt x="8227557" y="0"/>
                </a:lnTo>
                <a:lnTo>
                  <a:pt x="8227557" y="6055302"/>
                </a:lnTo>
                <a:lnTo>
                  <a:pt x="0" y="6055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77%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70%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84%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78%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88258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+6%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+6%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87665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5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metricas basicas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588862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logra visualizar la analítica a través de gráficos y visualizar la cantidad de usuarios conectados, además de </a:t>
            </a: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 </a:t>
            </a: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y sin membresía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628099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21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08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701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489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2857500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76264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3294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19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la versión de todos los devs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7203" y="2666431"/>
            <a:ext cx="17141461" cy="4628194"/>
          </a:xfrm>
          <a:custGeom>
            <a:avLst/>
            <a:gdLst/>
            <a:ahLst/>
            <a:cxnLst/>
            <a:rect r="r" b="b" t="t" l="l"/>
            <a:pathLst>
              <a:path h="4628194" w="17141461">
                <a:moveTo>
                  <a:pt x="0" y="0"/>
                </a:moveTo>
                <a:lnTo>
                  <a:pt x="17141461" y="0"/>
                </a:lnTo>
                <a:lnTo>
                  <a:pt x="17141461" y="4628195"/>
                </a:lnTo>
                <a:lnTo>
                  <a:pt x="0" y="462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DAG3-pg3Ni0</dc:identifier>
  <dcterms:modified xsi:type="dcterms:W3CDTF">2011-08-01T06:04:30Z</dcterms:modified>
  <cp:revision>1</cp:revision>
  <dc:title>08 Fecha 31.10.25 Avance</dc:title>
</cp:coreProperties>
</file>