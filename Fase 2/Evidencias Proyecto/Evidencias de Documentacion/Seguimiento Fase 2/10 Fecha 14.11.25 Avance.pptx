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 Medium" charset="1" panose="020B0603030501040103"/>
      <p:regular r:id="rId17"/>
    </p:embeddedFont>
    <p:embeddedFont>
      <p:font typeface="Montaser Arabic" charset="1" panose="00000500000000000000"/>
      <p:regular r:id="rId18"/>
    </p:embeddedFont>
    <p:embeddedFont>
      <p:font typeface="Canva Sans" charset="1" panose="020B0503030501040103"/>
      <p:regular r:id="rId19"/>
    </p:embeddedFont>
    <p:embeddedFont>
      <p:font typeface="Canva Sans Bold Italics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/11/2025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7269597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 Próxima clase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5485" y="621232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845" y="9906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816" y="2877894"/>
            <a:ext cx="18043918" cy="3563674"/>
          </a:xfrm>
          <a:custGeom>
            <a:avLst/>
            <a:gdLst/>
            <a:ahLst/>
            <a:cxnLst/>
            <a:rect r="r" b="b" t="t" l="l"/>
            <a:pathLst>
              <a:path h="3563674" w="18043918">
                <a:moveTo>
                  <a:pt x="0" y="0"/>
                </a:moveTo>
                <a:lnTo>
                  <a:pt x="18043918" y="0"/>
                </a:lnTo>
                <a:lnTo>
                  <a:pt x="18043918" y="3563674"/>
                </a:lnTo>
                <a:lnTo>
                  <a:pt x="0" y="3563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71932" y="1386205"/>
            <a:ext cx="14661506" cy="8393712"/>
          </a:xfrm>
          <a:custGeom>
            <a:avLst/>
            <a:gdLst/>
            <a:ahLst/>
            <a:cxnLst/>
            <a:rect r="r" b="b" t="t" l="l"/>
            <a:pathLst>
              <a:path h="8393712" w="14661506">
                <a:moveTo>
                  <a:pt x="0" y="0"/>
                </a:moveTo>
                <a:lnTo>
                  <a:pt x="14661506" y="0"/>
                </a:lnTo>
                <a:lnTo>
                  <a:pt x="14661506" y="8393712"/>
                </a:lnTo>
                <a:lnTo>
                  <a:pt x="0" y="839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3900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14/11/2025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94220" y="7558243"/>
            <a:ext cx="7015639" cy="2478460"/>
            <a:chOff x="0" y="0"/>
            <a:chExt cx="2067518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67518" cy="730406"/>
            </a:xfrm>
            <a:custGeom>
              <a:avLst/>
              <a:gdLst/>
              <a:ahLst/>
              <a:cxnLst/>
              <a:rect r="r" b="b" t="t" l="l"/>
              <a:pathLst>
                <a:path h="730406" w="2067518">
                  <a:moveTo>
                    <a:pt x="17656" y="0"/>
                  </a:moveTo>
                  <a:lnTo>
                    <a:pt x="2049862" y="0"/>
                  </a:lnTo>
                  <a:cubicBezTo>
                    <a:pt x="2054544" y="0"/>
                    <a:pt x="2059035" y="1860"/>
                    <a:pt x="2062346" y="5171"/>
                  </a:cubicBezTo>
                  <a:cubicBezTo>
                    <a:pt x="2065658" y="8483"/>
                    <a:pt x="2067518" y="12974"/>
                    <a:pt x="2067518" y="17656"/>
                  </a:cubicBezTo>
                  <a:lnTo>
                    <a:pt x="2067518" y="712749"/>
                  </a:lnTo>
                  <a:cubicBezTo>
                    <a:pt x="2067518" y="722500"/>
                    <a:pt x="2059613" y="730406"/>
                    <a:pt x="2049862" y="730406"/>
                  </a:cubicBezTo>
                  <a:lnTo>
                    <a:pt x="17656" y="730406"/>
                  </a:lnTo>
                  <a:cubicBezTo>
                    <a:pt x="7905" y="730406"/>
                    <a:pt x="0" y="722500"/>
                    <a:pt x="0" y="712749"/>
                  </a:cubicBezTo>
                  <a:lnTo>
                    <a:pt x="0" y="17656"/>
                  </a:lnTo>
                  <a:cubicBezTo>
                    <a:pt x="0" y="7905"/>
                    <a:pt x="7905" y="0"/>
                    <a:pt x="1765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2067518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52758" y="7522441"/>
            <a:ext cx="6235242" cy="2436899"/>
            <a:chOff x="0" y="0"/>
            <a:chExt cx="1837534" cy="7181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37534" cy="718157"/>
            </a:xfrm>
            <a:custGeom>
              <a:avLst/>
              <a:gdLst/>
              <a:ahLst/>
              <a:cxnLst/>
              <a:rect r="r" b="b" t="t" l="l"/>
              <a:pathLst>
                <a:path h="718157" w="1837534">
                  <a:moveTo>
                    <a:pt x="19866" y="0"/>
                  </a:moveTo>
                  <a:lnTo>
                    <a:pt x="1817668" y="0"/>
                  </a:lnTo>
                  <a:cubicBezTo>
                    <a:pt x="1828639" y="0"/>
                    <a:pt x="1837534" y="8894"/>
                    <a:pt x="1837534" y="19866"/>
                  </a:cubicBezTo>
                  <a:lnTo>
                    <a:pt x="1837534" y="698291"/>
                  </a:lnTo>
                  <a:cubicBezTo>
                    <a:pt x="1837534" y="703560"/>
                    <a:pt x="1835441" y="708613"/>
                    <a:pt x="1831715" y="712339"/>
                  </a:cubicBezTo>
                  <a:cubicBezTo>
                    <a:pt x="1827989" y="716064"/>
                    <a:pt x="1822936" y="718157"/>
                    <a:pt x="1817668" y="718157"/>
                  </a:cubicBezTo>
                  <a:lnTo>
                    <a:pt x="19866" y="718157"/>
                  </a:lnTo>
                  <a:cubicBezTo>
                    <a:pt x="14597" y="718157"/>
                    <a:pt x="9544" y="716064"/>
                    <a:pt x="5819" y="712339"/>
                  </a:cubicBezTo>
                  <a:cubicBezTo>
                    <a:pt x="2093" y="708613"/>
                    <a:pt x="0" y="703560"/>
                    <a:pt x="0" y="698291"/>
                  </a:cubicBezTo>
                  <a:lnTo>
                    <a:pt x="0" y="19866"/>
                  </a:lnTo>
                  <a:cubicBezTo>
                    <a:pt x="0" y="14597"/>
                    <a:pt x="2093" y="9544"/>
                    <a:pt x="5819" y="5819"/>
                  </a:cubicBezTo>
                  <a:cubicBezTo>
                    <a:pt x="9544" y="2093"/>
                    <a:pt x="14597" y="0"/>
                    <a:pt x="198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837534" cy="784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94807" y="8224439"/>
            <a:ext cx="846222" cy="827352"/>
            <a:chOff x="0" y="0"/>
            <a:chExt cx="249383" cy="2438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9383" cy="243822"/>
            </a:xfrm>
            <a:custGeom>
              <a:avLst/>
              <a:gdLst/>
              <a:ahLst/>
              <a:cxnLst/>
              <a:rect r="r" b="b" t="t" l="l"/>
              <a:pathLst>
                <a:path h="243822" w="249383">
                  <a:moveTo>
                    <a:pt x="121911" y="0"/>
                  </a:moveTo>
                  <a:lnTo>
                    <a:pt x="127472" y="0"/>
                  </a:lnTo>
                  <a:cubicBezTo>
                    <a:pt x="159805" y="0"/>
                    <a:pt x="190813" y="12844"/>
                    <a:pt x="213676" y="35707"/>
                  </a:cubicBezTo>
                  <a:cubicBezTo>
                    <a:pt x="236538" y="58570"/>
                    <a:pt x="249383" y="89578"/>
                    <a:pt x="249383" y="121911"/>
                  </a:cubicBezTo>
                  <a:lnTo>
                    <a:pt x="249383" y="121911"/>
                  </a:lnTo>
                  <a:cubicBezTo>
                    <a:pt x="249383" y="189240"/>
                    <a:pt x="194801" y="243822"/>
                    <a:pt x="127472" y="243822"/>
                  </a:cubicBezTo>
                  <a:lnTo>
                    <a:pt x="121911" y="243822"/>
                  </a:lnTo>
                  <a:cubicBezTo>
                    <a:pt x="54581" y="243822"/>
                    <a:pt x="0" y="189240"/>
                    <a:pt x="0" y="121911"/>
                  </a:cubicBezTo>
                  <a:lnTo>
                    <a:pt x="0" y="121911"/>
                  </a:lnTo>
                  <a:cubicBezTo>
                    <a:pt x="0" y="54581"/>
                    <a:pt x="54581" y="0"/>
                    <a:pt x="121911" y="0"/>
                  </a:cubicBezTo>
                  <a:close/>
                </a:path>
              </a:pathLst>
            </a:custGeom>
            <a:solidFill>
              <a:srgbClr val="00674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49383" cy="310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6168075" y="824876"/>
            <a:ext cx="8805981" cy="6526115"/>
          </a:xfrm>
          <a:custGeom>
            <a:avLst/>
            <a:gdLst/>
            <a:ahLst/>
            <a:cxnLst/>
            <a:rect r="r" b="b" t="t" l="l"/>
            <a:pathLst>
              <a:path h="6526115" w="8805981">
                <a:moveTo>
                  <a:pt x="0" y="0"/>
                </a:moveTo>
                <a:lnTo>
                  <a:pt x="8805980" y="0"/>
                </a:lnTo>
                <a:lnTo>
                  <a:pt x="8805980" y="6526115"/>
                </a:lnTo>
                <a:lnTo>
                  <a:pt x="0" y="6526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68075" y="-81598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93%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/11/2025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83%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776143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+10%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101%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90%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1101707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+11%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59140" y="7753895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252783" y="8379576"/>
            <a:ext cx="915831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+11%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385873" y="8087905"/>
            <a:ext cx="4690294" cy="167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positiva: se completaron 9 tareas, lo que nos deja por encima de la curva. Esto se debe al avance del módulo de métricas, que incluye actividad por hora y día, top de usuarios y validación de información clave que permitió cerrar funcionalidades antes de lo previsto.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4959140" y="8131550"/>
            <a:ext cx="6750719" cy="205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1. Implementación de funcionalidades clave:</a:t>
            </a:r>
          </a:p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Incluye visualizacion de métricas, roles, listados y CRUD completados.</a:t>
            </a:r>
          </a:p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2. Optimización visual y operativa del módulo administrativo.</a:t>
            </a:r>
          </a:p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Mejoras en búsqueda, validaciones y ajustes de interfaz.</a:t>
            </a:r>
          </a:p>
          <a:p>
            <a:pPr algn="l">
              <a:lnSpc>
                <a:spcPts val="2340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7060659" cy="5705475"/>
        </p:xfrm>
        <a:graphic>
          <a:graphicData uri="http://schemas.openxmlformats.org/drawingml/2006/table">
            <a:tbl>
              <a:tblPr/>
              <a:tblGrid>
                <a:gridCol w="1082063"/>
                <a:gridCol w="3600680"/>
                <a:gridCol w="1383562"/>
                <a:gridCol w="3420891"/>
                <a:gridCol w="1660136"/>
                <a:gridCol w="1838047"/>
                <a:gridCol w="1779189"/>
                <a:gridCol w="2296091"/>
              </a:tblGrid>
              <a:tr h="135205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35205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é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oma 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cisio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fina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 en caso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acue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Bajo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Escala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 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 profe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 en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decisiones crít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Gonzalo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Gest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 y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lanificación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64931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otura o pérd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 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periféric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clav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(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e,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eclado, ca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dor, et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Bajo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Compartir 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ifé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temporalmente o trabaj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reas qu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los req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Axel Orell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ecn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ógico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5205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Olvid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de re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nces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Bajo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Estimar a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poster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on base en commits y entre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 y ajustar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el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tión y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lanific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6991350"/>
          <a:ext cx="16422843" cy="3295650"/>
        </p:xfrm>
        <a:graphic>
          <a:graphicData uri="http://schemas.openxmlformats.org/drawingml/2006/table">
            <a:tbl>
              <a:tblPr/>
              <a:tblGrid>
                <a:gridCol w="1098920"/>
                <a:gridCol w="3569998"/>
                <a:gridCol w="1462407"/>
                <a:gridCol w="4072948"/>
                <a:gridCol w="1522470"/>
                <a:gridCol w="2469155"/>
                <a:gridCol w="2226945"/>
              </a:tblGrid>
              <a:tr h="87691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8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3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6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2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cierre(estimada de cierre)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35873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I-13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Realizar la aplicación mobile con React causó problemas de integración y retrasos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Como acción, se decidió trabajar con Flutter por su integración más simple y estable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07/11/2025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6000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Error en testing de proyecto, bug de google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ajusta el código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8329" y="1301246"/>
            <a:ext cx="17155100" cy="7869902"/>
          </a:xfrm>
          <a:custGeom>
            <a:avLst/>
            <a:gdLst/>
            <a:ahLst/>
            <a:cxnLst/>
            <a:rect r="r" b="b" t="t" l="l"/>
            <a:pathLst>
              <a:path h="7869902" w="17155100">
                <a:moveTo>
                  <a:pt x="0" y="0"/>
                </a:moveTo>
                <a:lnTo>
                  <a:pt x="17155099" y="0"/>
                </a:lnTo>
                <a:lnTo>
                  <a:pt x="17155099" y="7869902"/>
                </a:lnTo>
                <a:lnTo>
                  <a:pt x="0" y="7869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1776" y="2251821"/>
            <a:ext cx="17304448" cy="2682189"/>
          </a:xfrm>
          <a:custGeom>
            <a:avLst/>
            <a:gdLst/>
            <a:ahLst/>
            <a:cxnLst/>
            <a:rect r="r" b="b" t="t" l="l"/>
            <a:pathLst>
              <a:path h="2682189" w="17304448">
                <a:moveTo>
                  <a:pt x="0" y="0"/>
                </a:moveTo>
                <a:lnTo>
                  <a:pt x="17304448" y="0"/>
                </a:lnTo>
                <a:lnTo>
                  <a:pt x="17304448" y="2682189"/>
                </a:lnTo>
                <a:lnTo>
                  <a:pt x="0" y="2682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DAG0qV1gGAQ</dc:identifier>
  <dcterms:modified xsi:type="dcterms:W3CDTF">2011-08-01T06:04:30Z</dcterms:modified>
  <cp:revision>1</cp:revision>
  <dc:title>10 Fecha 14.11.25 Avance</dc:title>
</cp:coreProperties>
</file>