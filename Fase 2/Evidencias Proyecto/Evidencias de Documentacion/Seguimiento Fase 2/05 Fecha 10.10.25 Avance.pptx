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  <p:embeddedFont>
      <p:font typeface="Canva Sans Medium" charset="1" panose="020B0603030501040103"/>
      <p:regular r:id="rId20"/>
    </p:embeddedFont>
    <p:embeddedFont>
      <p:font typeface="Montaser Arabic" charset="1" panose="00000500000000000000"/>
      <p:regular r:id="rId21"/>
    </p:embeddedFont>
    <p:embeddedFont>
      <p:font typeface="Canva Sans" charset="1" panose="020B0503030501040103"/>
      <p:regular r:id="rId22"/>
    </p:embeddedFont>
    <p:embeddedFont>
      <p:font typeface="Canva Sans Bold Italics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7234342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 Próxima clase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5485" y="621232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5485" y="8256362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06 Arquitectura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0787" y="10287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0328" y="1862864"/>
            <a:ext cx="14086686" cy="8152669"/>
          </a:xfrm>
          <a:custGeom>
            <a:avLst/>
            <a:gdLst/>
            <a:ahLst/>
            <a:cxnLst/>
            <a:rect r="r" b="b" t="t" l="l"/>
            <a:pathLst>
              <a:path h="8152669" w="14086686">
                <a:moveTo>
                  <a:pt x="0" y="0"/>
                </a:moveTo>
                <a:lnTo>
                  <a:pt x="14086685" y="0"/>
                </a:lnTo>
                <a:lnTo>
                  <a:pt x="14086685" y="8152670"/>
                </a:lnTo>
                <a:lnTo>
                  <a:pt x="0" y="8152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2780" y="1560898"/>
            <a:ext cx="14181581" cy="8260771"/>
          </a:xfrm>
          <a:custGeom>
            <a:avLst/>
            <a:gdLst/>
            <a:ahLst/>
            <a:cxnLst/>
            <a:rect r="r" b="b" t="t" l="l"/>
            <a:pathLst>
              <a:path h="8260771" w="14181581">
                <a:moveTo>
                  <a:pt x="0" y="0"/>
                </a:moveTo>
                <a:lnTo>
                  <a:pt x="14181581" y="0"/>
                </a:lnTo>
                <a:lnTo>
                  <a:pt x="14181581" y="8260771"/>
                </a:lnTo>
                <a:lnTo>
                  <a:pt x="0" y="826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27202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03/10/2025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10/10/2025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04869" y="7516682"/>
            <a:ext cx="6523412" cy="2478460"/>
            <a:chOff x="0" y="0"/>
            <a:chExt cx="1922458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22458" cy="730406"/>
            </a:xfrm>
            <a:custGeom>
              <a:avLst/>
              <a:gdLst/>
              <a:ahLst/>
              <a:cxnLst/>
              <a:rect r="r" b="b" t="t" l="l"/>
              <a:pathLst>
                <a:path h="730406" w="1922458">
                  <a:moveTo>
                    <a:pt x="18989" y="0"/>
                  </a:moveTo>
                  <a:lnTo>
                    <a:pt x="1903469" y="0"/>
                  </a:lnTo>
                  <a:cubicBezTo>
                    <a:pt x="1908506" y="0"/>
                    <a:pt x="1913335" y="2001"/>
                    <a:pt x="1916896" y="5562"/>
                  </a:cubicBezTo>
                  <a:cubicBezTo>
                    <a:pt x="1920457" y="9123"/>
                    <a:pt x="1922458" y="13953"/>
                    <a:pt x="1922458" y="18989"/>
                  </a:cubicBezTo>
                  <a:lnTo>
                    <a:pt x="1922458" y="711417"/>
                  </a:lnTo>
                  <a:cubicBezTo>
                    <a:pt x="1922458" y="716453"/>
                    <a:pt x="1920457" y="721283"/>
                    <a:pt x="1916896" y="724844"/>
                  </a:cubicBezTo>
                  <a:cubicBezTo>
                    <a:pt x="1913335" y="728405"/>
                    <a:pt x="1908506" y="730406"/>
                    <a:pt x="1903469" y="730406"/>
                  </a:cubicBezTo>
                  <a:lnTo>
                    <a:pt x="18989" y="730406"/>
                  </a:lnTo>
                  <a:cubicBezTo>
                    <a:pt x="13953" y="730406"/>
                    <a:pt x="9123" y="728405"/>
                    <a:pt x="5562" y="724844"/>
                  </a:cubicBezTo>
                  <a:cubicBezTo>
                    <a:pt x="2001" y="721283"/>
                    <a:pt x="0" y="716453"/>
                    <a:pt x="0" y="711417"/>
                  </a:cubicBezTo>
                  <a:lnTo>
                    <a:pt x="0" y="18989"/>
                  </a:lnTo>
                  <a:cubicBezTo>
                    <a:pt x="0" y="13953"/>
                    <a:pt x="2001" y="9123"/>
                    <a:pt x="5562" y="5562"/>
                  </a:cubicBezTo>
                  <a:cubicBezTo>
                    <a:pt x="9123" y="2001"/>
                    <a:pt x="13953" y="0"/>
                    <a:pt x="189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922458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40218" y="7516682"/>
            <a:ext cx="6126018" cy="2478460"/>
            <a:chOff x="0" y="0"/>
            <a:chExt cx="1805345" cy="7304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05345" cy="730406"/>
            </a:xfrm>
            <a:custGeom>
              <a:avLst/>
              <a:gdLst/>
              <a:ahLst/>
              <a:cxnLst/>
              <a:rect r="r" b="b" t="t" l="l"/>
              <a:pathLst>
                <a:path h="730406" w="1805345">
                  <a:moveTo>
                    <a:pt x="20220" y="0"/>
                  </a:moveTo>
                  <a:lnTo>
                    <a:pt x="1785125" y="0"/>
                  </a:lnTo>
                  <a:cubicBezTo>
                    <a:pt x="1796292" y="0"/>
                    <a:pt x="1805345" y="9053"/>
                    <a:pt x="1805345" y="20220"/>
                  </a:cubicBezTo>
                  <a:lnTo>
                    <a:pt x="1805345" y="710185"/>
                  </a:lnTo>
                  <a:cubicBezTo>
                    <a:pt x="1805345" y="721353"/>
                    <a:pt x="1796292" y="730406"/>
                    <a:pt x="1785125" y="730406"/>
                  </a:cubicBezTo>
                  <a:lnTo>
                    <a:pt x="20220" y="730406"/>
                  </a:lnTo>
                  <a:cubicBezTo>
                    <a:pt x="9053" y="730406"/>
                    <a:pt x="0" y="721353"/>
                    <a:pt x="0" y="710185"/>
                  </a:cubicBezTo>
                  <a:lnTo>
                    <a:pt x="0" y="20220"/>
                  </a:lnTo>
                  <a:cubicBezTo>
                    <a:pt x="0" y="9053"/>
                    <a:pt x="9053" y="0"/>
                    <a:pt x="2022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805345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42978" y="8224439"/>
            <a:ext cx="993245" cy="905769"/>
            <a:chOff x="0" y="0"/>
            <a:chExt cx="292710" cy="2669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710" cy="266931"/>
            </a:xfrm>
            <a:custGeom>
              <a:avLst/>
              <a:gdLst/>
              <a:ahLst/>
              <a:cxnLst/>
              <a:rect r="r" b="b" t="t" l="l"/>
              <a:pathLst>
                <a:path h="266931" w="292710">
                  <a:moveTo>
                    <a:pt x="124713" y="0"/>
                  </a:moveTo>
                  <a:lnTo>
                    <a:pt x="167997" y="0"/>
                  </a:lnTo>
                  <a:cubicBezTo>
                    <a:pt x="236874" y="0"/>
                    <a:pt x="292710" y="55836"/>
                    <a:pt x="292710" y="124713"/>
                  </a:cubicBezTo>
                  <a:lnTo>
                    <a:pt x="292710" y="142218"/>
                  </a:lnTo>
                  <a:cubicBezTo>
                    <a:pt x="292710" y="211095"/>
                    <a:pt x="236874" y="266931"/>
                    <a:pt x="167997" y="266931"/>
                  </a:cubicBezTo>
                  <a:lnTo>
                    <a:pt x="124713" y="266931"/>
                  </a:lnTo>
                  <a:cubicBezTo>
                    <a:pt x="55836" y="266931"/>
                    <a:pt x="0" y="211095"/>
                    <a:pt x="0" y="142218"/>
                  </a:cubicBezTo>
                  <a:lnTo>
                    <a:pt x="0" y="124713"/>
                  </a:lnTo>
                  <a:cubicBezTo>
                    <a:pt x="0" y="55836"/>
                    <a:pt x="55836" y="0"/>
                    <a:pt x="124713" y="0"/>
                  </a:cubicBezTo>
                  <a:close/>
                </a:path>
              </a:pathLst>
            </a:custGeom>
            <a:solidFill>
              <a:srgbClr val="FF313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92710" cy="33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BD5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835990" y="685587"/>
            <a:ext cx="9067237" cy="6734404"/>
          </a:xfrm>
          <a:custGeom>
            <a:avLst/>
            <a:gdLst/>
            <a:ahLst/>
            <a:cxnLst/>
            <a:rect r="r" b="b" t="t" l="l"/>
            <a:pathLst>
              <a:path h="6734404" w="9067237">
                <a:moveTo>
                  <a:pt x="0" y="0"/>
                </a:moveTo>
                <a:lnTo>
                  <a:pt x="9067237" y="0"/>
                </a:lnTo>
                <a:lnTo>
                  <a:pt x="9067237" y="6734404"/>
                </a:lnTo>
                <a:lnTo>
                  <a:pt x="0" y="6734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926045" y="-83815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40%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38%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+2%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48%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52%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69343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-4%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439486" y="758689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097032" y="8425546"/>
            <a:ext cx="1020944" cy="4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-4%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17975" y="8171422"/>
            <a:ext cx="4615316" cy="151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negativa no se ha logrado completar 3 tareas </a:t>
            </a:r>
          </a:p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por lo tanto estamos  por bajo la curva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133967" y="8199362"/>
            <a:ext cx="6265216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Pruebas de QA Completada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Creación de aplicación Móvil con funcionalidades basicas</a:t>
            </a:r>
          </a:p>
          <a:p>
            <a:pPr algn="l">
              <a:lnSpc>
                <a:spcPts val="2340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6435303" cy="5642445"/>
        </p:xfrm>
        <a:graphic>
          <a:graphicData uri="http://schemas.openxmlformats.org/drawingml/2006/table">
            <a:tbl>
              <a:tblPr/>
              <a:tblGrid>
                <a:gridCol w="1095203"/>
                <a:gridCol w="3644402"/>
                <a:gridCol w="1178210"/>
                <a:gridCol w="3309132"/>
                <a:gridCol w="1680295"/>
                <a:gridCol w="1788122"/>
                <a:gridCol w="2248487"/>
                <a:gridCol w="1491452"/>
              </a:tblGrid>
              <a:tr h="105487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5727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rrupc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 f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ecue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nte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por responsabi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familia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Bajo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Establ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cer horar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 proteg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abaj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carl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a la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rsona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rc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Integrante Afectado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cursos hu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6541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Probl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 transp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rte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que impi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uni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esen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Bajo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nir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pción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emo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para cada reun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(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lamada)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Infra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64943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feren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nales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dentr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del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qui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que 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cult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co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ción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Establecer reglas 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re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, enfoca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en hech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 usa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un moder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ado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Gonzalo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curso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h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7002863"/>
          <a:ext cx="16576008" cy="3514725"/>
        </p:xfrm>
        <a:graphic>
          <a:graphicData uri="http://schemas.openxmlformats.org/drawingml/2006/table">
            <a:tbl>
              <a:tblPr/>
              <a:tblGrid>
                <a:gridCol w="1041981"/>
                <a:gridCol w="3584889"/>
                <a:gridCol w="1657841"/>
                <a:gridCol w="2810097"/>
                <a:gridCol w="2174370"/>
                <a:gridCol w="2298069"/>
                <a:gridCol w="3008761"/>
              </a:tblGrid>
              <a:tr h="79923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0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cierre(estimada de cierre)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35774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I-03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Ficha nutrición queda con valores necesarios en blanco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configura página con valores default con distintos casos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09/10/2025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5774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I-04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Apartado de pesos no trae peso actual ni muestra histórico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ajusta el perfil para cumplir con las condiciones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11124" y="1251913"/>
            <a:ext cx="13931365" cy="8933488"/>
          </a:xfrm>
          <a:custGeom>
            <a:avLst/>
            <a:gdLst/>
            <a:ahLst/>
            <a:cxnLst/>
            <a:rect r="r" b="b" t="t" l="l"/>
            <a:pathLst>
              <a:path h="8933488" w="13931365">
                <a:moveTo>
                  <a:pt x="0" y="0"/>
                </a:moveTo>
                <a:lnTo>
                  <a:pt x="13931366" y="0"/>
                </a:lnTo>
                <a:lnTo>
                  <a:pt x="13931366" y="8933488"/>
                </a:lnTo>
                <a:lnTo>
                  <a:pt x="0" y="8933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29709" y="2777595"/>
            <a:ext cx="6302658" cy="6152970"/>
          </a:xfrm>
          <a:custGeom>
            <a:avLst/>
            <a:gdLst/>
            <a:ahLst/>
            <a:cxnLst/>
            <a:rect r="r" b="b" t="t" l="l"/>
            <a:pathLst>
              <a:path h="6152970" w="6302658">
                <a:moveTo>
                  <a:pt x="0" y="0"/>
                </a:moveTo>
                <a:lnTo>
                  <a:pt x="6302658" y="0"/>
                </a:lnTo>
                <a:lnTo>
                  <a:pt x="6302658" y="6152969"/>
                </a:lnTo>
                <a:lnTo>
                  <a:pt x="0" y="6152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26045" y="159700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06 Arquitectura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9320" y="1277675"/>
            <a:ext cx="17329360" cy="1131222"/>
          </a:xfrm>
          <a:custGeom>
            <a:avLst/>
            <a:gdLst/>
            <a:ahLst/>
            <a:cxnLst/>
            <a:rect r="r" b="b" t="t" l="l"/>
            <a:pathLst>
              <a:path h="1131222" w="17329360">
                <a:moveTo>
                  <a:pt x="0" y="0"/>
                </a:moveTo>
                <a:lnTo>
                  <a:pt x="17329360" y="0"/>
                </a:lnTo>
                <a:lnTo>
                  <a:pt x="17329360" y="1131222"/>
                </a:lnTo>
                <a:lnTo>
                  <a:pt x="0" y="11312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87094" y="4133571"/>
            <a:ext cx="8315073" cy="5485638"/>
          </a:xfrm>
          <a:custGeom>
            <a:avLst/>
            <a:gdLst/>
            <a:ahLst/>
            <a:cxnLst/>
            <a:rect r="r" b="b" t="t" l="l"/>
            <a:pathLst>
              <a:path h="5485638" w="8315073">
                <a:moveTo>
                  <a:pt x="0" y="0"/>
                </a:moveTo>
                <a:lnTo>
                  <a:pt x="8315073" y="0"/>
                </a:lnTo>
                <a:lnTo>
                  <a:pt x="8315073" y="5485639"/>
                </a:lnTo>
                <a:lnTo>
                  <a:pt x="0" y="54856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de Desarrollo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26675" y="2801596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de Desarrollo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483" y="1414916"/>
            <a:ext cx="17917034" cy="2488477"/>
          </a:xfrm>
          <a:custGeom>
            <a:avLst/>
            <a:gdLst/>
            <a:ahLst/>
            <a:cxnLst/>
            <a:rect r="r" b="b" t="t" l="l"/>
            <a:pathLst>
              <a:path h="2488477" w="17917034">
                <a:moveTo>
                  <a:pt x="0" y="0"/>
                </a:moveTo>
                <a:lnTo>
                  <a:pt x="17917034" y="0"/>
                </a:lnTo>
                <a:lnTo>
                  <a:pt x="17917034" y="2488477"/>
                </a:lnTo>
                <a:lnTo>
                  <a:pt x="0" y="24884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374939"/>
            <a:ext cx="19273950" cy="1499085"/>
          </a:xfrm>
          <a:custGeom>
            <a:avLst/>
            <a:gdLst/>
            <a:ahLst/>
            <a:cxnLst/>
            <a:rect r="r" b="b" t="t" l="l"/>
            <a:pathLst>
              <a:path h="1499085" w="19273950">
                <a:moveTo>
                  <a:pt x="0" y="0"/>
                </a:moveTo>
                <a:lnTo>
                  <a:pt x="19273950" y="0"/>
                </a:lnTo>
                <a:lnTo>
                  <a:pt x="19273950" y="1499085"/>
                </a:lnTo>
                <a:lnTo>
                  <a:pt x="0" y="1499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5483" y="8811158"/>
            <a:ext cx="17731998" cy="1157505"/>
          </a:xfrm>
          <a:custGeom>
            <a:avLst/>
            <a:gdLst/>
            <a:ahLst/>
            <a:cxnLst/>
            <a:rect r="r" b="b" t="t" l="l"/>
            <a:pathLst>
              <a:path h="1157505" w="17731998">
                <a:moveTo>
                  <a:pt x="0" y="0"/>
                </a:moveTo>
                <a:lnTo>
                  <a:pt x="17731998" y="0"/>
                </a:lnTo>
                <a:lnTo>
                  <a:pt x="17731998" y="1157506"/>
                </a:lnTo>
                <a:lnTo>
                  <a:pt x="0" y="11575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Física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96561" y="4324350"/>
            <a:ext cx="757051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de Casos de Uso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33527" y="7293124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de Procesos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931" y="365833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96286" y="0"/>
            <a:ext cx="11091105" cy="10287000"/>
          </a:xfrm>
          <a:custGeom>
            <a:avLst/>
            <a:gdLst/>
            <a:ahLst/>
            <a:cxnLst/>
            <a:rect r="r" b="b" t="t" l="l"/>
            <a:pathLst>
              <a:path h="10287000" w="11091105">
                <a:moveTo>
                  <a:pt x="0" y="0"/>
                </a:moveTo>
                <a:lnTo>
                  <a:pt x="11091105" y="0"/>
                </a:lnTo>
                <a:lnTo>
                  <a:pt x="11091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0376" y="619125"/>
            <a:ext cx="643591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Modelo de Datos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DAG19YKaLwU</dc:identifier>
  <dcterms:modified xsi:type="dcterms:W3CDTF">2011-08-01T06:04:30Z</dcterms:modified>
  <cp:revision>1</cp:revision>
  <dc:title>05 Fecha 10.10.25 Avance</dc:title>
</cp:coreProperties>
</file>