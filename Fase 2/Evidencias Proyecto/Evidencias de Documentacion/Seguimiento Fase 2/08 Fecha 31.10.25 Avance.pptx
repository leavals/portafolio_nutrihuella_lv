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anva Sans Medium" charset="1" panose="020B0603030501040103"/>
      <p:regular r:id="rId17"/>
    </p:embeddedFont>
    <p:embeddedFont>
      <p:font typeface="Montaser Arabic" charset="1" panose="00000500000000000000"/>
      <p:regular r:id="rId18"/>
    </p:embeddedFont>
    <p:embeddedFont>
      <p:font typeface="Canva Sans" charset="1" panose="020B0503030501040103"/>
      <p:regular r:id="rId19"/>
    </p:embeddedFont>
    <p:embeddedFont>
      <p:font typeface="Canva Sans Bold Italics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31</a:t>
            </a: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7269597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 Próxima clase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5485" y="621232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Trello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0845" y="9906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2891" y="2226015"/>
            <a:ext cx="17896923" cy="6129696"/>
          </a:xfrm>
          <a:custGeom>
            <a:avLst/>
            <a:gdLst/>
            <a:ahLst/>
            <a:cxnLst/>
            <a:rect r="r" b="b" t="t" l="l"/>
            <a:pathLst>
              <a:path h="6129696" w="17896923">
                <a:moveTo>
                  <a:pt x="0" y="0"/>
                </a:moveTo>
                <a:lnTo>
                  <a:pt x="17896923" y="0"/>
                </a:lnTo>
                <a:lnTo>
                  <a:pt x="17896923" y="6129696"/>
                </a:lnTo>
                <a:lnTo>
                  <a:pt x="0" y="6129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13247" y="1685186"/>
            <a:ext cx="14117321" cy="8346866"/>
          </a:xfrm>
          <a:custGeom>
            <a:avLst/>
            <a:gdLst/>
            <a:ahLst/>
            <a:cxnLst/>
            <a:rect r="r" b="b" t="t" l="l"/>
            <a:pathLst>
              <a:path h="8346866" w="14117321">
                <a:moveTo>
                  <a:pt x="0" y="0"/>
                </a:moveTo>
                <a:lnTo>
                  <a:pt x="14117321" y="0"/>
                </a:lnTo>
                <a:lnTo>
                  <a:pt x="14117321" y="8346866"/>
                </a:lnTo>
                <a:lnTo>
                  <a:pt x="0" y="8346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33750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24/10/2025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31/10/2025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94220" y="7558243"/>
            <a:ext cx="6701800" cy="2478460"/>
            <a:chOff x="0" y="0"/>
            <a:chExt cx="1975029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75029" cy="730406"/>
            </a:xfrm>
            <a:custGeom>
              <a:avLst/>
              <a:gdLst/>
              <a:ahLst/>
              <a:cxnLst/>
              <a:rect r="r" b="b" t="t" l="l"/>
              <a:pathLst>
                <a:path h="730406" w="1975029">
                  <a:moveTo>
                    <a:pt x="18483" y="0"/>
                  </a:moveTo>
                  <a:lnTo>
                    <a:pt x="1956546" y="0"/>
                  </a:lnTo>
                  <a:cubicBezTo>
                    <a:pt x="1961448" y="0"/>
                    <a:pt x="1966149" y="1947"/>
                    <a:pt x="1969615" y="5414"/>
                  </a:cubicBezTo>
                  <a:cubicBezTo>
                    <a:pt x="1973082" y="8880"/>
                    <a:pt x="1975029" y="13581"/>
                    <a:pt x="1975029" y="18483"/>
                  </a:cubicBezTo>
                  <a:lnTo>
                    <a:pt x="1975029" y="711922"/>
                  </a:lnTo>
                  <a:cubicBezTo>
                    <a:pt x="1975029" y="716824"/>
                    <a:pt x="1973082" y="721526"/>
                    <a:pt x="1969615" y="724992"/>
                  </a:cubicBezTo>
                  <a:cubicBezTo>
                    <a:pt x="1966149" y="728458"/>
                    <a:pt x="1961448" y="730406"/>
                    <a:pt x="1956546" y="730406"/>
                  </a:cubicBezTo>
                  <a:lnTo>
                    <a:pt x="18483" y="730406"/>
                  </a:lnTo>
                  <a:cubicBezTo>
                    <a:pt x="13581" y="730406"/>
                    <a:pt x="8880" y="728458"/>
                    <a:pt x="5414" y="724992"/>
                  </a:cubicBezTo>
                  <a:cubicBezTo>
                    <a:pt x="1947" y="721526"/>
                    <a:pt x="0" y="716824"/>
                    <a:pt x="0" y="711922"/>
                  </a:cubicBezTo>
                  <a:lnTo>
                    <a:pt x="0" y="18483"/>
                  </a:lnTo>
                  <a:cubicBezTo>
                    <a:pt x="0" y="13581"/>
                    <a:pt x="1947" y="8880"/>
                    <a:pt x="5414" y="5414"/>
                  </a:cubicBezTo>
                  <a:cubicBezTo>
                    <a:pt x="8880" y="1947"/>
                    <a:pt x="13581" y="0"/>
                    <a:pt x="1848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975029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52758" y="7522441"/>
            <a:ext cx="5770995" cy="2436899"/>
            <a:chOff x="0" y="0"/>
            <a:chExt cx="1700720" cy="7181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0720" cy="718157"/>
            </a:xfrm>
            <a:custGeom>
              <a:avLst/>
              <a:gdLst/>
              <a:ahLst/>
              <a:cxnLst/>
              <a:rect r="r" b="b" t="t" l="l"/>
              <a:pathLst>
                <a:path h="718157" w="1700720">
                  <a:moveTo>
                    <a:pt x="21464" y="0"/>
                  </a:moveTo>
                  <a:lnTo>
                    <a:pt x="1679255" y="0"/>
                  </a:lnTo>
                  <a:cubicBezTo>
                    <a:pt x="1684948" y="0"/>
                    <a:pt x="1690408" y="2261"/>
                    <a:pt x="1694433" y="6287"/>
                  </a:cubicBezTo>
                  <a:cubicBezTo>
                    <a:pt x="1698458" y="10312"/>
                    <a:pt x="1700720" y="15772"/>
                    <a:pt x="1700720" y="21464"/>
                  </a:cubicBezTo>
                  <a:lnTo>
                    <a:pt x="1700720" y="696693"/>
                  </a:lnTo>
                  <a:cubicBezTo>
                    <a:pt x="1700720" y="708547"/>
                    <a:pt x="1691110" y="718157"/>
                    <a:pt x="1679255" y="718157"/>
                  </a:cubicBezTo>
                  <a:lnTo>
                    <a:pt x="21464" y="718157"/>
                  </a:lnTo>
                  <a:cubicBezTo>
                    <a:pt x="15772" y="718157"/>
                    <a:pt x="10312" y="715896"/>
                    <a:pt x="6287" y="711871"/>
                  </a:cubicBezTo>
                  <a:cubicBezTo>
                    <a:pt x="2261" y="707845"/>
                    <a:pt x="0" y="702386"/>
                    <a:pt x="0" y="696693"/>
                  </a:cubicBezTo>
                  <a:lnTo>
                    <a:pt x="0" y="21464"/>
                  </a:lnTo>
                  <a:cubicBezTo>
                    <a:pt x="0" y="15772"/>
                    <a:pt x="2261" y="10312"/>
                    <a:pt x="6287" y="6287"/>
                  </a:cubicBezTo>
                  <a:cubicBezTo>
                    <a:pt x="10312" y="2261"/>
                    <a:pt x="15772" y="0"/>
                    <a:pt x="2146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700720" cy="784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94807" y="8224439"/>
            <a:ext cx="798402" cy="798651"/>
            <a:chOff x="0" y="0"/>
            <a:chExt cx="235290" cy="2353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5290" cy="235364"/>
            </a:xfrm>
            <a:custGeom>
              <a:avLst/>
              <a:gdLst/>
              <a:ahLst/>
              <a:cxnLst/>
              <a:rect r="r" b="b" t="t" l="l"/>
              <a:pathLst>
                <a:path h="235364" w="235290">
                  <a:moveTo>
                    <a:pt x="117645" y="0"/>
                  </a:moveTo>
                  <a:lnTo>
                    <a:pt x="117645" y="0"/>
                  </a:lnTo>
                  <a:cubicBezTo>
                    <a:pt x="182619" y="0"/>
                    <a:pt x="235290" y="52671"/>
                    <a:pt x="235290" y="117645"/>
                  </a:cubicBezTo>
                  <a:lnTo>
                    <a:pt x="235290" y="117718"/>
                  </a:lnTo>
                  <a:cubicBezTo>
                    <a:pt x="235290" y="182692"/>
                    <a:pt x="182619" y="235364"/>
                    <a:pt x="117645" y="235364"/>
                  </a:cubicBezTo>
                  <a:lnTo>
                    <a:pt x="117645" y="235364"/>
                  </a:lnTo>
                  <a:cubicBezTo>
                    <a:pt x="52671" y="235364"/>
                    <a:pt x="0" y="182692"/>
                    <a:pt x="0" y="117718"/>
                  </a:cubicBezTo>
                  <a:lnTo>
                    <a:pt x="0" y="117645"/>
                  </a:lnTo>
                  <a:cubicBezTo>
                    <a:pt x="0" y="52671"/>
                    <a:pt x="52671" y="0"/>
                    <a:pt x="117645" y="0"/>
                  </a:cubicBezTo>
                  <a:close/>
                </a:path>
              </a:pathLst>
            </a:custGeom>
            <a:solidFill>
              <a:srgbClr val="00674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35290" cy="302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971671" y="1110054"/>
            <a:ext cx="8227557" cy="6055302"/>
          </a:xfrm>
          <a:custGeom>
            <a:avLst/>
            <a:gdLst/>
            <a:ahLst/>
            <a:cxnLst/>
            <a:rect r="r" b="b" t="t" l="l"/>
            <a:pathLst>
              <a:path h="6055302" w="8227557">
                <a:moveTo>
                  <a:pt x="0" y="0"/>
                </a:moveTo>
                <a:lnTo>
                  <a:pt x="8227557" y="0"/>
                </a:lnTo>
                <a:lnTo>
                  <a:pt x="8227557" y="6055302"/>
                </a:lnTo>
                <a:lnTo>
                  <a:pt x="0" y="6055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68075" y="-81598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77%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31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70%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04629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84%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78%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882587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+6%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59140" y="7753895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271833" y="8379576"/>
            <a:ext cx="64434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+6%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87665" y="8087905"/>
            <a:ext cx="444652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positiva se ha logrado completar 5 tareas por lo tanto estamos  por sobre la curva.</a:t>
            </a:r>
          </a:p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esto se completo ya que se logro completar las metricas basicas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4959140" y="8299883"/>
            <a:ext cx="588862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Se logra visualizar la analítica a través de gráficos y visualizar la cantidad de usuarios conectados, además de </a:t>
            </a:r>
            <a:r>
              <a:rPr lang="en-US" sz="1800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 </a:t>
            </a: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y sin membresía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857250"/>
          <a:ext cx="16576008" cy="4857750"/>
        </p:xfrm>
        <a:graphic>
          <a:graphicData uri="http://schemas.openxmlformats.org/drawingml/2006/table">
            <a:tbl>
              <a:tblPr/>
              <a:tblGrid>
                <a:gridCol w="1051325"/>
                <a:gridCol w="3498394"/>
                <a:gridCol w="1861366"/>
                <a:gridCol w="2446197"/>
                <a:gridCol w="1785345"/>
                <a:gridCol w="1973872"/>
                <a:gridCol w="1728646"/>
                <a:gridCol w="2230865"/>
              </a:tblGrid>
              <a:tr h="1353642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85285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Falta de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iz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ció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la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back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og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io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do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re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 pr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or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idad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re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unión de 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eguimiento.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Gonzalo troncoso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Gest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ón y Planificación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65125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esmot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ación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del equipo.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strar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avanc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s,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ebrar h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tos y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ir 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reas según intereses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curso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h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an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86804" y="17145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7002863"/>
          <a:ext cx="16576008" cy="3305175"/>
        </p:xfrm>
        <a:graphic>
          <a:graphicData uri="http://schemas.openxmlformats.org/drawingml/2006/table">
            <a:tbl>
              <a:tblPr/>
              <a:tblGrid>
                <a:gridCol w="1041981"/>
                <a:gridCol w="3584889"/>
                <a:gridCol w="1657841"/>
                <a:gridCol w="2810097"/>
                <a:gridCol w="2174370"/>
                <a:gridCol w="2298069"/>
                <a:gridCol w="3008761"/>
              </a:tblGrid>
              <a:tr h="121414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9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4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cierre(estimada de cierre)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03106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I-09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IA tiene límite de consultas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Usar IA local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16/10/2025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5996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I-10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Error en testing de proyecto - módulo ingredientes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ajusta el código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18/10/2025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431363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0428" y="1427821"/>
            <a:ext cx="17527433" cy="8259803"/>
          </a:xfrm>
          <a:custGeom>
            <a:avLst/>
            <a:gdLst/>
            <a:ahLst/>
            <a:cxnLst/>
            <a:rect r="r" b="b" t="t" l="l"/>
            <a:pathLst>
              <a:path h="8259803" w="17527433">
                <a:moveTo>
                  <a:pt x="0" y="0"/>
                </a:moveTo>
                <a:lnTo>
                  <a:pt x="17527434" y="0"/>
                </a:lnTo>
                <a:lnTo>
                  <a:pt x="17527434" y="8259803"/>
                </a:lnTo>
                <a:lnTo>
                  <a:pt x="0" y="82598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Trello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7203" y="2666431"/>
            <a:ext cx="17141461" cy="4628194"/>
          </a:xfrm>
          <a:custGeom>
            <a:avLst/>
            <a:gdLst/>
            <a:ahLst/>
            <a:cxnLst/>
            <a:rect r="r" b="b" t="t" l="l"/>
            <a:pathLst>
              <a:path h="4628194" w="17141461">
                <a:moveTo>
                  <a:pt x="0" y="0"/>
                </a:moveTo>
                <a:lnTo>
                  <a:pt x="17141461" y="0"/>
                </a:lnTo>
                <a:lnTo>
                  <a:pt x="17141461" y="4628195"/>
                </a:lnTo>
                <a:lnTo>
                  <a:pt x="0" y="462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05 Compromisos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DAG3-pg3Ni0</dc:identifier>
  <dcterms:modified xsi:type="dcterms:W3CDTF">2011-08-01T06:04:30Z</dcterms:modified>
  <cp:revision>1</cp:revision>
  <dc:title>08 Fecha 31.10.25 Avance</dc:title>
</cp:coreProperties>
</file>