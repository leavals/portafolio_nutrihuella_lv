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Bold" charset="1" panose="020B0803030501040103"/>
      <p:regular r:id="rId16"/>
    </p:embeddedFont>
    <p:embeddedFont>
      <p:font typeface="Canva Sans Medium" charset="1" panose="020B0603030501040103"/>
      <p:regular r:id="rId17"/>
    </p:embeddedFont>
    <p:embeddedFont>
      <p:font typeface="Montaser Arabic" charset="1" panose="00000500000000000000"/>
      <p:regular r:id="rId18"/>
    </p:embeddedFont>
    <p:embeddedFont>
      <p:font typeface="Canva Sans" charset="1" panose="020B0503030501040103"/>
      <p:regular r:id="rId19"/>
    </p:embeddedFont>
    <p:embeddedFont>
      <p:font typeface="Canva Sans Bold Italics" charset="1" panose="020B08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69643" cy="10287000"/>
          </a:xfrm>
          <a:custGeom>
            <a:avLst/>
            <a:gdLst/>
            <a:ahLst/>
            <a:cxnLst/>
            <a:rect r="r" b="b" t="t" l="l"/>
            <a:pathLst>
              <a:path h="10287000" w="18369643">
                <a:moveTo>
                  <a:pt x="0" y="0"/>
                </a:moveTo>
                <a:lnTo>
                  <a:pt x="18369643" y="0"/>
                </a:lnTo>
                <a:lnTo>
                  <a:pt x="18369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7565" y="7195826"/>
            <a:ext cx="3677460" cy="2333935"/>
            <a:chOff x="0" y="0"/>
            <a:chExt cx="1083752" cy="6878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82A39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55323" y="8348789"/>
            <a:ext cx="2361943" cy="1377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24940" y="7552850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3711" y="7959699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03/10/2025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0504" y="167847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21742" cy="10390567"/>
          </a:xfrm>
          <a:custGeom>
            <a:avLst/>
            <a:gdLst/>
            <a:ahLst/>
            <a:cxnLst/>
            <a:rect r="r" b="b" t="t" l="l"/>
            <a:pathLst>
              <a:path h="10390567" w="18721742">
                <a:moveTo>
                  <a:pt x="0" y="0"/>
                </a:moveTo>
                <a:lnTo>
                  <a:pt x="18721742" y="0"/>
                </a:lnTo>
                <a:lnTo>
                  <a:pt x="18721742" y="10390567"/>
                </a:lnTo>
                <a:lnTo>
                  <a:pt x="0" y="10390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962147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19533" y="6405672"/>
            <a:ext cx="2585935" cy="3881328"/>
          </a:xfrm>
          <a:custGeom>
            <a:avLst/>
            <a:gdLst/>
            <a:ahLst/>
            <a:cxnLst/>
            <a:rect r="r" b="b" t="t" l="l"/>
            <a:pathLst>
              <a:path h="3881328" w="2585935">
                <a:moveTo>
                  <a:pt x="0" y="0"/>
                </a:moveTo>
                <a:lnTo>
                  <a:pt x="2585935" y="0"/>
                </a:lnTo>
                <a:lnTo>
                  <a:pt x="2585935" y="3881328"/>
                </a:lnTo>
                <a:lnTo>
                  <a:pt x="0" y="3881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26045" y="209550"/>
            <a:ext cx="643591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5485" y="304342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01 Compromiso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5485" y="409777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02 Avances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5485" y="5155047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485" y="7269597"/>
            <a:ext cx="1086622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05 Compromisos Próxima clase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5485" y="621232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Trello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889016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B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60787" y="1028700"/>
            <a:ext cx="12237949" cy="443626"/>
          </a:xfrm>
          <a:custGeom>
            <a:avLst/>
            <a:gdLst/>
            <a:ahLst/>
            <a:cxnLst/>
            <a:rect r="r" b="b" t="t" l="l"/>
            <a:pathLst>
              <a:path h="443626" w="12237949">
                <a:moveTo>
                  <a:pt x="0" y="0"/>
                </a:moveTo>
                <a:lnTo>
                  <a:pt x="12237949" y="0"/>
                </a:lnTo>
                <a:lnTo>
                  <a:pt x="12237949" y="443626"/>
                </a:lnTo>
                <a:lnTo>
                  <a:pt x="0" y="44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0787" y="2626246"/>
            <a:ext cx="17626722" cy="6632054"/>
          </a:xfrm>
          <a:custGeom>
            <a:avLst/>
            <a:gdLst/>
            <a:ahLst/>
            <a:cxnLst/>
            <a:rect r="r" b="b" t="t" l="l"/>
            <a:pathLst>
              <a:path h="6632054" w="17626722">
                <a:moveTo>
                  <a:pt x="0" y="0"/>
                </a:moveTo>
                <a:lnTo>
                  <a:pt x="17626722" y="0"/>
                </a:lnTo>
                <a:lnTo>
                  <a:pt x="17626722" y="6632054"/>
                </a:lnTo>
                <a:lnTo>
                  <a:pt x="0" y="66320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 </a:t>
            </a: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Compromiso sesión anterior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42414" y="2000337"/>
            <a:ext cx="12245113" cy="6811344"/>
          </a:xfrm>
          <a:custGeom>
            <a:avLst/>
            <a:gdLst/>
            <a:ahLst/>
            <a:cxnLst/>
            <a:rect r="r" b="b" t="t" l="l"/>
            <a:pathLst>
              <a:path h="6811344" w="12245113">
                <a:moveTo>
                  <a:pt x="0" y="0"/>
                </a:moveTo>
                <a:lnTo>
                  <a:pt x="12245113" y="0"/>
                </a:lnTo>
                <a:lnTo>
                  <a:pt x="12245113" y="6811344"/>
                </a:lnTo>
                <a:lnTo>
                  <a:pt x="0" y="6811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 Avances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2780" y="971550"/>
            <a:ext cx="3324582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Bourndown Sprint 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4696" y="3508244"/>
            <a:ext cx="1810086" cy="872615"/>
            <a:chOff x="0" y="0"/>
            <a:chExt cx="533435" cy="2571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6842" y="7736237"/>
            <a:ext cx="3715880" cy="2258906"/>
            <a:chOff x="0" y="0"/>
            <a:chExt cx="1095075" cy="6657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5075" cy="665702"/>
            </a:xfrm>
            <a:custGeom>
              <a:avLst/>
              <a:gdLst/>
              <a:ahLst/>
              <a:cxnLst/>
              <a:rect r="r" b="b" t="t" l="l"/>
              <a:pathLst>
                <a:path h="665702" w="1095075">
                  <a:moveTo>
                    <a:pt x="33335" y="0"/>
                  </a:moveTo>
                  <a:lnTo>
                    <a:pt x="1061739" y="0"/>
                  </a:lnTo>
                  <a:cubicBezTo>
                    <a:pt x="1070580" y="0"/>
                    <a:pt x="1079059" y="3512"/>
                    <a:pt x="1085311" y="9764"/>
                  </a:cubicBezTo>
                  <a:cubicBezTo>
                    <a:pt x="1091563" y="16015"/>
                    <a:pt x="1095075" y="24494"/>
                    <a:pt x="1095075" y="33335"/>
                  </a:cubicBezTo>
                  <a:lnTo>
                    <a:pt x="1095075" y="632367"/>
                  </a:lnTo>
                  <a:cubicBezTo>
                    <a:pt x="1095075" y="641208"/>
                    <a:pt x="1091563" y="649687"/>
                    <a:pt x="1085311" y="655939"/>
                  </a:cubicBezTo>
                  <a:cubicBezTo>
                    <a:pt x="1079059" y="662190"/>
                    <a:pt x="1070580" y="665702"/>
                    <a:pt x="1061739" y="665702"/>
                  </a:cubicBezTo>
                  <a:lnTo>
                    <a:pt x="33335" y="665702"/>
                  </a:lnTo>
                  <a:cubicBezTo>
                    <a:pt x="14925" y="665702"/>
                    <a:pt x="0" y="650778"/>
                    <a:pt x="0" y="632367"/>
                  </a:cubicBezTo>
                  <a:lnTo>
                    <a:pt x="0" y="33335"/>
                  </a:lnTo>
                  <a:cubicBezTo>
                    <a:pt x="0" y="24494"/>
                    <a:pt x="3512" y="16015"/>
                    <a:pt x="9764" y="9764"/>
                  </a:cubicBezTo>
                  <a:cubicBezTo>
                    <a:pt x="16015" y="3512"/>
                    <a:pt x="24494" y="0"/>
                    <a:pt x="3333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095075" cy="73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4696" y="1002035"/>
            <a:ext cx="3677460" cy="2333935"/>
            <a:chOff x="0" y="0"/>
            <a:chExt cx="1083752" cy="6878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991" y="2048373"/>
            <a:ext cx="2361943" cy="13778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2397272" y="3496242"/>
            <a:ext cx="1810086" cy="872615"/>
            <a:chOff x="0" y="0"/>
            <a:chExt cx="533435" cy="2571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26/09/2025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7179" y="4469062"/>
            <a:ext cx="1810086" cy="872615"/>
            <a:chOff x="0" y="0"/>
            <a:chExt cx="533435" cy="2571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99755" y="4457060"/>
            <a:ext cx="1810086" cy="872615"/>
            <a:chOff x="0" y="0"/>
            <a:chExt cx="533435" cy="2571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03/10/2025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6842" y="6069981"/>
            <a:ext cx="3677460" cy="1523380"/>
            <a:chOff x="0" y="0"/>
            <a:chExt cx="1083752" cy="4489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3752" cy="448942"/>
            </a:xfrm>
            <a:custGeom>
              <a:avLst/>
              <a:gdLst/>
              <a:ahLst/>
              <a:cxnLst/>
              <a:rect r="r" b="b" t="t" l="l"/>
              <a:pathLst>
                <a:path h="448942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415258"/>
                  </a:lnTo>
                  <a:cubicBezTo>
                    <a:pt x="1083752" y="433861"/>
                    <a:pt x="1068671" y="448942"/>
                    <a:pt x="1050068" y="448942"/>
                  </a:cubicBezTo>
                  <a:lnTo>
                    <a:pt x="33684" y="448942"/>
                  </a:lnTo>
                  <a:cubicBezTo>
                    <a:pt x="15081" y="448942"/>
                    <a:pt x="0" y="433861"/>
                    <a:pt x="0" y="415258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083752" cy="515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004869" y="7516682"/>
            <a:ext cx="6523412" cy="2478460"/>
            <a:chOff x="0" y="0"/>
            <a:chExt cx="1922458" cy="7304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22458" cy="730406"/>
            </a:xfrm>
            <a:custGeom>
              <a:avLst/>
              <a:gdLst/>
              <a:ahLst/>
              <a:cxnLst/>
              <a:rect r="r" b="b" t="t" l="l"/>
              <a:pathLst>
                <a:path h="730406" w="1922458">
                  <a:moveTo>
                    <a:pt x="18989" y="0"/>
                  </a:moveTo>
                  <a:lnTo>
                    <a:pt x="1903469" y="0"/>
                  </a:lnTo>
                  <a:cubicBezTo>
                    <a:pt x="1908506" y="0"/>
                    <a:pt x="1913335" y="2001"/>
                    <a:pt x="1916896" y="5562"/>
                  </a:cubicBezTo>
                  <a:cubicBezTo>
                    <a:pt x="1920457" y="9123"/>
                    <a:pt x="1922458" y="13953"/>
                    <a:pt x="1922458" y="18989"/>
                  </a:cubicBezTo>
                  <a:lnTo>
                    <a:pt x="1922458" y="711417"/>
                  </a:lnTo>
                  <a:cubicBezTo>
                    <a:pt x="1922458" y="716453"/>
                    <a:pt x="1920457" y="721283"/>
                    <a:pt x="1916896" y="724844"/>
                  </a:cubicBezTo>
                  <a:cubicBezTo>
                    <a:pt x="1913335" y="728405"/>
                    <a:pt x="1908506" y="730406"/>
                    <a:pt x="1903469" y="730406"/>
                  </a:cubicBezTo>
                  <a:lnTo>
                    <a:pt x="18989" y="730406"/>
                  </a:lnTo>
                  <a:cubicBezTo>
                    <a:pt x="13953" y="730406"/>
                    <a:pt x="9123" y="728405"/>
                    <a:pt x="5562" y="724844"/>
                  </a:cubicBezTo>
                  <a:cubicBezTo>
                    <a:pt x="2001" y="721283"/>
                    <a:pt x="0" y="716453"/>
                    <a:pt x="0" y="711417"/>
                  </a:cubicBezTo>
                  <a:lnTo>
                    <a:pt x="0" y="18989"/>
                  </a:lnTo>
                  <a:cubicBezTo>
                    <a:pt x="0" y="13953"/>
                    <a:pt x="2001" y="9123"/>
                    <a:pt x="5562" y="5562"/>
                  </a:cubicBezTo>
                  <a:cubicBezTo>
                    <a:pt x="9123" y="2001"/>
                    <a:pt x="13953" y="0"/>
                    <a:pt x="189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922458" cy="79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40218" y="7516682"/>
            <a:ext cx="6126018" cy="2478460"/>
            <a:chOff x="0" y="0"/>
            <a:chExt cx="1805345" cy="73040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05345" cy="730406"/>
            </a:xfrm>
            <a:custGeom>
              <a:avLst/>
              <a:gdLst/>
              <a:ahLst/>
              <a:cxnLst/>
              <a:rect r="r" b="b" t="t" l="l"/>
              <a:pathLst>
                <a:path h="730406" w="1805345">
                  <a:moveTo>
                    <a:pt x="20220" y="0"/>
                  </a:moveTo>
                  <a:lnTo>
                    <a:pt x="1785125" y="0"/>
                  </a:lnTo>
                  <a:cubicBezTo>
                    <a:pt x="1796292" y="0"/>
                    <a:pt x="1805345" y="9053"/>
                    <a:pt x="1805345" y="20220"/>
                  </a:cubicBezTo>
                  <a:lnTo>
                    <a:pt x="1805345" y="710185"/>
                  </a:lnTo>
                  <a:cubicBezTo>
                    <a:pt x="1805345" y="721353"/>
                    <a:pt x="1796292" y="730406"/>
                    <a:pt x="1785125" y="730406"/>
                  </a:cubicBezTo>
                  <a:lnTo>
                    <a:pt x="20220" y="730406"/>
                  </a:lnTo>
                  <a:cubicBezTo>
                    <a:pt x="9053" y="730406"/>
                    <a:pt x="0" y="721353"/>
                    <a:pt x="0" y="710185"/>
                  </a:cubicBezTo>
                  <a:lnTo>
                    <a:pt x="0" y="20220"/>
                  </a:lnTo>
                  <a:cubicBezTo>
                    <a:pt x="0" y="9053"/>
                    <a:pt x="9053" y="0"/>
                    <a:pt x="2022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805345" cy="79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942978" y="8224439"/>
            <a:ext cx="993245" cy="905769"/>
            <a:chOff x="0" y="0"/>
            <a:chExt cx="292710" cy="2669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92710" cy="266931"/>
            </a:xfrm>
            <a:custGeom>
              <a:avLst/>
              <a:gdLst/>
              <a:ahLst/>
              <a:cxnLst/>
              <a:rect r="r" b="b" t="t" l="l"/>
              <a:pathLst>
                <a:path h="266931" w="292710">
                  <a:moveTo>
                    <a:pt x="124713" y="0"/>
                  </a:moveTo>
                  <a:lnTo>
                    <a:pt x="167997" y="0"/>
                  </a:lnTo>
                  <a:cubicBezTo>
                    <a:pt x="236874" y="0"/>
                    <a:pt x="292710" y="55836"/>
                    <a:pt x="292710" y="124713"/>
                  </a:cubicBezTo>
                  <a:lnTo>
                    <a:pt x="292710" y="142218"/>
                  </a:lnTo>
                  <a:cubicBezTo>
                    <a:pt x="292710" y="211095"/>
                    <a:pt x="236874" y="266931"/>
                    <a:pt x="167997" y="266931"/>
                  </a:cubicBezTo>
                  <a:lnTo>
                    <a:pt x="124713" y="266931"/>
                  </a:lnTo>
                  <a:cubicBezTo>
                    <a:pt x="55836" y="266931"/>
                    <a:pt x="0" y="211095"/>
                    <a:pt x="0" y="142218"/>
                  </a:cubicBezTo>
                  <a:lnTo>
                    <a:pt x="0" y="124713"/>
                  </a:lnTo>
                  <a:cubicBezTo>
                    <a:pt x="0" y="55836"/>
                    <a:pt x="55836" y="0"/>
                    <a:pt x="124713" y="0"/>
                  </a:cubicBezTo>
                  <a:close/>
                </a:path>
              </a:pathLst>
            </a:custGeom>
            <a:solidFill>
              <a:srgbClr val="9FBD5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92710" cy="333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735880" y="7114874"/>
            <a:ext cx="355135" cy="35513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BD5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166537" y="9482830"/>
            <a:ext cx="355135" cy="35513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BD5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5926045" y="691087"/>
            <a:ext cx="9309116" cy="6682719"/>
          </a:xfrm>
          <a:custGeom>
            <a:avLst/>
            <a:gdLst/>
            <a:ahLst/>
            <a:cxnLst/>
            <a:rect r="r" b="b" t="t" l="l"/>
            <a:pathLst>
              <a:path h="6682719" w="9309116">
                <a:moveTo>
                  <a:pt x="0" y="0"/>
                </a:moveTo>
                <a:lnTo>
                  <a:pt x="9309116" y="0"/>
                </a:lnTo>
                <a:lnTo>
                  <a:pt x="9309116" y="6682720"/>
                </a:lnTo>
                <a:lnTo>
                  <a:pt x="0" y="6682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796268" y="3648070"/>
            <a:ext cx="146299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Inicio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926045" y="-83815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Resumen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6398" y="6137317"/>
            <a:ext cx="217866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29597" y="610808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30%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83608" y="1252434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12379" y="1659283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</a:t>
            </a: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/10/2025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2598" y="4608887"/>
            <a:ext cx="138414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</a:t>
            </a:r>
          </a:p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Fin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70476" y="6477677"/>
            <a:ext cx="235937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729597" y="644844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23%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56398" y="6790706"/>
            <a:ext cx="119376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804629" y="6768799"/>
            <a:ext cx="693438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+7%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56224" y="5545471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ANTERIOR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63357" y="8239241"/>
            <a:ext cx="311024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049422" y="8197398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40%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51903" y="8638088"/>
            <a:ext cx="2755793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071353" y="8601575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38%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51903" y="9032740"/>
            <a:ext cx="2627914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091015" y="8994515"/>
            <a:ext cx="693438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+2%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24696" y="7762230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ACTUAL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54049" y="7146306"/>
            <a:ext cx="109741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439486" y="7586890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Logros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603985" y="7586890"/>
            <a:ext cx="3605967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Explicación del Desvió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097032" y="8425546"/>
            <a:ext cx="1020944" cy="48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b="true">
                <a:solidFill>
                  <a:srgbClr val="0F0F2E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+2%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117975" y="8171422"/>
            <a:ext cx="4615316" cy="182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desviación es positiva</a:t>
            </a:r>
          </a:p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 ha logrado completar 2 tareas por sobre lo planificado. </a:t>
            </a:r>
          </a:p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-HU-012 Registro de ingredientes</a:t>
            </a:r>
          </a:p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-HU-015 Listado de ingredientes</a:t>
            </a:r>
          </a:p>
          <a:p>
            <a:pPr algn="l">
              <a:lnSpc>
                <a:spcPts val="2469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5094759" y="8070760"/>
            <a:ext cx="6265216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Modulo de despensa fue completado:</a:t>
            </a:r>
          </a:p>
          <a:p>
            <a:pPr algn="l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Registro y listado de ingredientes web operativos</a:t>
            </a:r>
          </a:p>
          <a:p>
            <a:pPr algn="l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CRUD Funcional en Despensa (edición/eliminación)</a:t>
            </a:r>
          </a:p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GitHub Modificado correctamente.</a:t>
            </a:r>
          </a:p>
          <a:p>
            <a:pPr algn="l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 spc="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 modifico los titulo dejándolo enumerado</a:t>
            </a:r>
          </a:p>
          <a:p>
            <a:pPr algn="l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 spc="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Carpeta quedan ordenada.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63357" y="9435205"/>
            <a:ext cx="98237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28238" y="1028700"/>
          <a:ext cx="17170097" cy="5328781"/>
        </p:xfrm>
        <a:graphic>
          <a:graphicData uri="http://schemas.openxmlformats.org/drawingml/2006/table">
            <a:tbl>
              <a:tblPr/>
              <a:tblGrid>
                <a:gridCol w="991682"/>
                <a:gridCol w="4218424"/>
                <a:gridCol w="3419895"/>
                <a:gridCol w="2127303"/>
                <a:gridCol w="2410170"/>
                <a:gridCol w="2423084"/>
                <a:gridCol w="1579539"/>
              </a:tblGrid>
              <a:tr h="105529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RIESGO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PLAN DE MITIGACION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TIPO DE IMPACTO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PLAZO DE IMPLENTACION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56809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Confusión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en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qu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é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ene la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última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ver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sió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código o 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el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agrama.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6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en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tral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za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 en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un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positor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io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y d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fi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nir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conv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en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ón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de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nombre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y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am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as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Gonzalo troncoso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Comunicac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ón y co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rdinación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35269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Enfermedad o licenc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 in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perada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de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un in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eg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nte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lave del equ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cumentar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tar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av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y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omo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trabaj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en parej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Integrante Afectado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curso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h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35269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Falta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de 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ón 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h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en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nte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gra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ntes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Usar cal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ndar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 compar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ido y ac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dar bloques f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j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os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eun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ón.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 Valenzuela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Com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nic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ón y 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ordi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428238" y="457200"/>
            <a:ext cx="643591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Riesgo asociado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28238" y="6732999"/>
          <a:ext cx="16576008" cy="3743325"/>
        </p:xfrm>
        <a:graphic>
          <a:graphicData uri="http://schemas.openxmlformats.org/drawingml/2006/table">
            <a:tbl>
              <a:tblPr/>
              <a:tblGrid>
                <a:gridCol w="1041981"/>
                <a:gridCol w="3584889"/>
                <a:gridCol w="1657841"/>
                <a:gridCol w="2810097"/>
                <a:gridCol w="2174370"/>
                <a:gridCol w="2298069"/>
                <a:gridCol w="3008761"/>
              </a:tblGrid>
              <a:tr h="102965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Descripcion del problema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criticidad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Fecha de cierre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35683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I-01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No se obliga a completar información crítica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 configura un set up wizard para guiar al usuario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06/10/2025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En Proceso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35683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I-02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Sistema se cae cuando hay campos nulos en algunos formularios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Ajustar validaciones para permitir null donde sea necesario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Alex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02/10/2025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28238" y="6161499"/>
            <a:ext cx="1517688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Registro de incidencia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70106" y="171450"/>
            <a:ext cx="64359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6230600" cy="8886254"/>
          </a:xfrm>
          <a:custGeom>
            <a:avLst/>
            <a:gdLst/>
            <a:ahLst/>
            <a:cxnLst/>
            <a:rect r="r" b="b" t="t" l="l"/>
            <a:pathLst>
              <a:path h="8886254" w="16230600">
                <a:moveTo>
                  <a:pt x="0" y="0"/>
                </a:moveTo>
                <a:lnTo>
                  <a:pt x="16230600" y="0"/>
                </a:lnTo>
                <a:lnTo>
                  <a:pt x="16230600" y="8886254"/>
                </a:lnTo>
                <a:lnTo>
                  <a:pt x="0" y="8886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70106" y="171450"/>
            <a:ext cx="64359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Trello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4382" y="2219813"/>
            <a:ext cx="16933196" cy="7154275"/>
          </a:xfrm>
          <a:custGeom>
            <a:avLst/>
            <a:gdLst/>
            <a:ahLst/>
            <a:cxnLst/>
            <a:rect r="r" b="b" t="t" l="l"/>
            <a:pathLst>
              <a:path h="7154275" w="16933196">
                <a:moveTo>
                  <a:pt x="0" y="0"/>
                </a:moveTo>
                <a:lnTo>
                  <a:pt x="16933196" y="0"/>
                </a:lnTo>
                <a:lnTo>
                  <a:pt x="16933196" y="7154275"/>
                </a:lnTo>
                <a:lnTo>
                  <a:pt x="0" y="7154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26045" y="20955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05 Compromisos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74619" y="-1138445"/>
            <a:ext cx="11062159" cy="11425445"/>
            <a:chOff x="0" y="0"/>
            <a:chExt cx="1044796" cy="1079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796" cy="1079108"/>
            </a:xfrm>
            <a:custGeom>
              <a:avLst/>
              <a:gdLst/>
              <a:ahLst/>
              <a:cxnLst/>
              <a:rect r="r" b="b" t="t" l="l"/>
              <a:pathLst>
                <a:path h="1079108" w="1044796">
                  <a:moveTo>
                    <a:pt x="522398" y="0"/>
                  </a:moveTo>
                  <a:cubicBezTo>
                    <a:pt x="233886" y="0"/>
                    <a:pt x="0" y="241566"/>
                    <a:pt x="0" y="539554"/>
                  </a:cubicBezTo>
                  <a:cubicBezTo>
                    <a:pt x="0" y="837541"/>
                    <a:pt x="233886" y="1079108"/>
                    <a:pt x="522398" y="1079108"/>
                  </a:cubicBezTo>
                  <a:cubicBezTo>
                    <a:pt x="810910" y="1079108"/>
                    <a:pt x="1044796" y="837541"/>
                    <a:pt x="1044796" y="539554"/>
                  </a:cubicBezTo>
                  <a:cubicBezTo>
                    <a:pt x="1044796" y="241566"/>
                    <a:pt x="810910" y="0"/>
                    <a:pt x="522398" y="0"/>
                  </a:cubicBezTo>
                  <a:close/>
                </a:path>
              </a:pathLst>
            </a:custGeom>
            <a:solidFill>
              <a:srgbClr val="FEFEFE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7950" y="63066"/>
              <a:ext cx="848897" cy="914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1050" y="2062614"/>
            <a:ext cx="6397421" cy="5023327"/>
          </a:xfrm>
          <a:custGeom>
            <a:avLst/>
            <a:gdLst/>
            <a:ahLst/>
            <a:cxnLst/>
            <a:rect r="r" b="b" t="t" l="l"/>
            <a:pathLst>
              <a:path h="5023327" w="6397421">
                <a:moveTo>
                  <a:pt x="0" y="0"/>
                </a:moveTo>
                <a:lnTo>
                  <a:pt x="6397421" y="0"/>
                </a:lnTo>
                <a:lnTo>
                  <a:pt x="6397421" y="5023327"/>
                </a:lnTo>
                <a:lnTo>
                  <a:pt x="0" y="5023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21736" y="8032532"/>
            <a:ext cx="7737381" cy="1843955"/>
          </a:xfrm>
          <a:custGeom>
            <a:avLst/>
            <a:gdLst/>
            <a:ahLst/>
            <a:cxnLst/>
            <a:rect r="r" b="b" t="t" l="l"/>
            <a:pathLst>
              <a:path h="1843955" w="7737381">
                <a:moveTo>
                  <a:pt x="0" y="0"/>
                </a:moveTo>
                <a:lnTo>
                  <a:pt x="7737381" y="0"/>
                </a:lnTo>
                <a:lnTo>
                  <a:pt x="7737381" y="1843956"/>
                </a:lnTo>
                <a:lnTo>
                  <a:pt x="0" y="184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12848" y="4574277"/>
            <a:ext cx="864819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76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“Muchas gracias 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0330" y="149111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DAG1NsIDHZA</dc:identifier>
  <dcterms:modified xsi:type="dcterms:W3CDTF">2011-08-01T06:04:30Z</dcterms:modified>
  <cp:revision>1</cp:revision>
  <dc:title>04 Fecha 03.10.25 Avance</dc:title>
</cp:coreProperties>
</file>