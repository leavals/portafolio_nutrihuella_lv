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 Bold" charset="1" panose="020B0803030501040103"/>
      <p:regular r:id="rId16"/>
    </p:embeddedFont>
    <p:embeddedFont>
      <p:font typeface="Canva Sans Medium" charset="1" panose="020B0603030501040103"/>
      <p:regular r:id="rId17"/>
    </p:embeddedFont>
    <p:embeddedFont>
      <p:font typeface="Montaser Arabic" charset="1" panose="00000500000000000000"/>
      <p:regular r:id="rId18"/>
    </p:embeddedFont>
    <p:embeddedFont>
      <p:font typeface="Canva Sans" charset="1" panose="020B0503030501040103"/>
      <p:regular r:id="rId19"/>
    </p:embeddedFont>
    <p:embeddedFont>
      <p:font typeface="Canva Sans Bold Italics" charset="1" panose="020B08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69643" cy="10287000"/>
          </a:xfrm>
          <a:custGeom>
            <a:avLst/>
            <a:gdLst/>
            <a:ahLst/>
            <a:cxnLst/>
            <a:rect r="r" b="b" t="t" l="l"/>
            <a:pathLst>
              <a:path h="10287000" w="18369643">
                <a:moveTo>
                  <a:pt x="0" y="0"/>
                </a:moveTo>
                <a:lnTo>
                  <a:pt x="18369643" y="0"/>
                </a:lnTo>
                <a:lnTo>
                  <a:pt x="183696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7565" y="7195826"/>
            <a:ext cx="3677460" cy="2333935"/>
            <a:chOff x="0" y="0"/>
            <a:chExt cx="1083752" cy="6878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82A39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55323" y="8348789"/>
            <a:ext cx="2361943" cy="1377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24940" y="7552850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3711" y="7959699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24</a:t>
            </a: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/10/2025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0504" y="167847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21742" cy="10390567"/>
          </a:xfrm>
          <a:custGeom>
            <a:avLst/>
            <a:gdLst/>
            <a:ahLst/>
            <a:cxnLst/>
            <a:rect r="r" b="b" t="t" l="l"/>
            <a:pathLst>
              <a:path h="10390567" w="18721742">
                <a:moveTo>
                  <a:pt x="0" y="0"/>
                </a:moveTo>
                <a:lnTo>
                  <a:pt x="18721742" y="0"/>
                </a:lnTo>
                <a:lnTo>
                  <a:pt x="18721742" y="10390567"/>
                </a:lnTo>
                <a:lnTo>
                  <a:pt x="0" y="10390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962147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19533" y="6405672"/>
            <a:ext cx="2585935" cy="3881328"/>
          </a:xfrm>
          <a:custGeom>
            <a:avLst/>
            <a:gdLst/>
            <a:ahLst/>
            <a:cxnLst/>
            <a:rect r="r" b="b" t="t" l="l"/>
            <a:pathLst>
              <a:path h="3881328" w="2585935">
                <a:moveTo>
                  <a:pt x="0" y="0"/>
                </a:moveTo>
                <a:lnTo>
                  <a:pt x="2585935" y="0"/>
                </a:lnTo>
                <a:lnTo>
                  <a:pt x="2585935" y="3881328"/>
                </a:lnTo>
                <a:lnTo>
                  <a:pt x="0" y="3881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26045" y="209550"/>
            <a:ext cx="643591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5485" y="304342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01 Compromiso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5485" y="4097772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02 Avances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5485" y="5155047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5485" y="7269597"/>
            <a:ext cx="1086622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05 Compromisos Próxima clase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5485" y="6212322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Trello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889016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B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0845" y="990600"/>
            <a:ext cx="12237949" cy="443626"/>
          </a:xfrm>
          <a:custGeom>
            <a:avLst/>
            <a:gdLst/>
            <a:ahLst/>
            <a:cxnLst/>
            <a:rect r="r" b="b" t="t" l="l"/>
            <a:pathLst>
              <a:path h="443626" w="12237949">
                <a:moveTo>
                  <a:pt x="0" y="0"/>
                </a:moveTo>
                <a:lnTo>
                  <a:pt x="12237949" y="0"/>
                </a:lnTo>
                <a:lnTo>
                  <a:pt x="12237949" y="443626"/>
                </a:lnTo>
                <a:lnTo>
                  <a:pt x="0" y="44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8099" y="1825721"/>
            <a:ext cx="16844372" cy="7432579"/>
          </a:xfrm>
          <a:custGeom>
            <a:avLst/>
            <a:gdLst/>
            <a:ahLst/>
            <a:cxnLst/>
            <a:rect r="r" b="b" t="t" l="l"/>
            <a:pathLst>
              <a:path h="7432579" w="16844372">
                <a:moveTo>
                  <a:pt x="0" y="0"/>
                </a:moveTo>
                <a:lnTo>
                  <a:pt x="16844372" y="0"/>
                </a:lnTo>
                <a:lnTo>
                  <a:pt x="16844372" y="7432579"/>
                </a:lnTo>
                <a:lnTo>
                  <a:pt x="0" y="7432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01 </a:t>
            </a: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Compromiso sesión anterior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8140" y="1825118"/>
            <a:ext cx="14333624" cy="8277668"/>
          </a:xfrm>
          <a:custGeom>
            <a:avLst/>
            <a:gdLst/>
            <a:ahLst/>
            <a:cxnLst/>
            <a:rect r="r" b="b" t="t" l="l"/>
            <a:pathLst>
              <a:path h="8277668" w="14333624">
                <a:moveTo>
                  <a:pt x="0" y="0"/>
                </a:moveTo>
                <a:lnTo>
                  <a:pt x="14333625" y="0"/>
                </a:lnTo>
                <a:lnTo>
                  <a:pt x="14333625" y="8277668"/>
                </a:lnTo>
                <a:lnTo>
                  <a:pt x="0" y="8277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02 Avances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2780" y="971550"/>
            <a:ext cx="3333750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Bourndown Sprint 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4696" y="3508244"/>
            <a:ext cx="1810086" cy="872615"/>
            <a:chOff x="0" y="0"/>
            <a:chExt cx="533435" cy="2571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6842" y="7736237"/>
            <a:ext cx="3715880" cy="2258906"/>
            <a:chOff x="0" y="0"/>
            <a:chExt cx="1095075" cy="6657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5075" cy="665702"/>
            </a:xfrm>
            <a:custGeom>
              <a:avLst/>
              <a:gdLst/>
              <a:ahLst/>
              <a:cxnLst/>
              <a:rect r="r" b="b" t="t" l="l"/>
              <a:pathLst>
                <a:path h="665702" w="1095075">
                  <a:moveTo>
                    <a:pt x="33335" y="0"/>
                  </a:moveTo>
                  <a:lnTo>
                    <a:pt x="1061739" y="0"/>
                  </a:lnTo>
                  <a:cubicBezTo>
                    <a:pt x="1070580" y="0"/>
                    <a:pt x="1079059" y="3512"/>
                    <a:pt x="1085311" y="9764"/>
                  </a:cubicBezTo>
                  <a:cubicBezTo>
                    <a:pt x="1091563" y="16015"/>
                    <a:pt x="1095075" y="24494"/>
                    <a:pt x="1095075" y="33335"/>
                  </a:cubicBezTo>
                  <a:lnTo>
                    <a:pt x="1095075" y="632367"/>
                  </a:lnTo>
                  <a:cubicBezTo>
                    <a:pt x="1095075" y="641208"/>
                    <a:pt x="1091563" y="649687"/>
                    <a:pt x="1085311" y="655939"/>
                  </a:cubicBezTo>
                  <a:cubicBezTo>
                    <a:pt x="1079059" y="662190"/>
                    <a:pt x="1070580" y="665702"/>
                    <a:pt x="1061739" y="665702"/>
                  </a:cubicBezTo>
                  <a:lnTo>
                    <a:pt x="33335" y="665702"/>
                  </a:lnTo>
                  <a:cubicBezTo>
                    <a:pt x="14925" y="665702"/>
                    <a:pt x="0" y="650778"/>
                    <a:pt x="0" y="632367"/>
                  </a:cubicBezTo>
                  <a:lnTo>
                    <a:pt x="0" y="33335"/>
                  </a:lnTo>
                  <a:cubicBezTo>
                    <a:pt x="0" y="24494"/>
                    <a:pt x="3512" y="16015"/>
                    <a:pt x="9764" y="9764"/>
                  </a:cubicBezTo>
                  <a:cubicBezTo>
                    <a:pt x="16015" y="3512"/>
                    <a:pt x="24494" y="0"/>
                    <a:pt x="3333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095075" cy="732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4696" y="1002035"/>
            <a:ext cx="3677460" cy="2333935"/>
            <a:chOff x="0" y="0"/>
            <a:chExt cx="1083752" cy="6878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3991" y="2048373"/>
            <a:ext cx="2361943" cy="13778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2397272" y="3496242"/>
            <a:ext cx="1810086" cy="872615"/>
            <a:chOff x="0" y="0"/>
            <a:chExt cx="533435" cy="2571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17/10/2025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7179" y="4469062"/>
            <a:ext cx="1810086" cy="872615"/>
            <a:chOff x="0" y="0"/>
            <a:chExt cx="533435" cy="2571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399755" y="4457060"/>
            <a:ext cx="1810086" cy="872615"/>
            <a:chOff x="0" y="0"/>
            <a:chExt cx="533435" cy="2571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24/10/2025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76842" y="6069981"/>
            <a:ext cx="3677460" cy="1523380"/>
            <a:chOff x="0" y="0"/>
            <a:chExt cx="1083752" cy="4489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3752" cy="448942"/>
            </a:xfrm>
            <a:custGeom>
              <a:avLst/>
              <a:gdLst/>
              <a:ahLst/>
              <a:cxnLst/>
              <a:rect r="r" b="b" t="t" l="l"/>
              <a:pathLst>
                <a:path h="448942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415258"/>
                  </a:lnTo>
                  <a:cubicBezTo>
                    <a:pt x="1083752" y="433861"/>
                    <a:pt x="1068671" y="448942"/>
                    <a:pt x="1050068" y="448942"/>
                  </a:cubicBezTo>
                  <a:lnTo>
                    <a:pt x="33684" y="448942"/>
                  </a:lnTo>
                  <a:cubicBezTo>
                    <a:pt x="15081" y="448942"/>
                    <a:pt x="0" y="433861"/>
                    <a:pt x="0" y="415258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083752" cy="515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694220" y="7558243"/>
            <a:ext cx="6701800" cy="2478460"/>
            <a:chOff x="0" y="0"/>
            <a:chExt cx="1975029" cy="7304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75029" cy="730406"/>
            </a:xfrm>
            <a:custGeom>
              <a:avLst/>
              <a:gdLst/>
              <a:ahLst/>
              <a:cxnLst/>
              <a:rect r="r" b="b" t="t" l="l"/>
              <a:pathLst>
                <a:path h="730406" w="1975029">
                  <a:moveTo>
                    <a:pt x="18483" y="0"/>
                  </a:moveTo>
                  <a:lnTo>
                    <a:pt x="1956546" y="0"/>
                  </a:lnTo>
                  <a:cubicBezTo>
                    <a:pt x="1961448" y="0"/>
                    <a:pt x="1966149" y="1947"/>
                    <a:pt x="1969615" y="5414"/>
                  </a:cubicBezTo>
                  <a:cubicBezTo>
                    <a:pt x="1973082" y="8880"/>
                    <a:pt x="1975029" y="13581"/>
                    <a:pt x="1975029" y="18483"/>
                  </a:cubicBezTo>
                  <a:lnTo>
                    <a:pt x="1975029" y="711922"/>
                  </a:lnTo>
                  <a:cubicBezTo>
                    <a:pt x="1975029" y="716824"/>
                    <a:pt x="1973082" y="721526"/>
                    <a:pt x="1969615" y="724992"/>
                  </a:cubicBezTo>
                  <a:cubicBezTo>
                    <a:pt x="1966149" y="728458"/>
                    <a:pt x="1961448" y="730406"/>
                    <a:pt x="1956546" y="730406"/>
                  </a:cubicBezTo>
                  <a:lnTo>
                    <a:pt x="18483" y="730406"/>
                  </a:lnTo>
                  <a:cubicBezTo>
                    <a:pt x="13581" y="730406"/>
                    <a:pt x="8880" y="728458"/>
                    <a:pt x="5414" y="724992"/>
                  </a:cubicBezTo>
                  <a:cubicBezTo>
                    <a:pt x="1947" y="721526"/>
                    <a:pt x="0" y="716824"/>
                    <a:pt x="0" y="711922"/>
                  </a:cubicBezTo>
                  <a:lnTo>
                    <a:pt x="0" y="18483"/>
                  </a:lnTo>
                  <a:cubicBezTo>
                    <a:pt x="0" y="13581"/>
                    <a:pt x="1947" y="8880"/>
                    <a:pt x="5414" y="5414"/>
                  </a:cubicBezTo>
                  <a:cubicBezTo>
                    <a:pt x="8880" y="1947"/>
                    <a:pt x="13581" y="0"/>
                    <a:pt x="18483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975029" cy="79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52758" y="7522441"/>
            <a:ext cx="5770995" cy="2436899"/>
            <a:chOff x="0" y="0"/>
            <a:chExt cx="1700720" cy="7181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00720" cy="718157"/>
            </a:xfrm>
            <a:custGeom>
              <a:avLst/>
              <a:gdLst/>
              <a:ahLst/>
              <a:cxnLst/>
              <a:rect r="r" b="b" t="t" l="l"/>
              <a:pathLst>
                <a:path h="718157" w="1700720">
                  <a:moveTo>
                    <a:pt x="21464" y="0"/>
                  </a:moveTo>
                  <a:lnTo>
                    <a:pt x="1679255" y="0"/>
                  </a:lnTo>
                  <a:cubicBezTo>
                    <a:pt x="1684948" y="0"/>
                    <a:pt x="1690408" y="2261"/>
                    <a:pt x="1694433" y="6287"/>
                  </a:cubicBezTo>
                  <a:cubicBezTo>
                    <a:pt x="1698458" y="10312"/>
                    <a:pt x="1700720" y="15772"/>
                    <a:pt x="1700720" y="21464"/>
                  </a:cubicBezTo>
                  <a:lnTo>
                    <a:pt x="1700720" y="696693"/>
                  </a:lnTo>
                  <a:cubicBezTo>
                    <a:pt x="1700720" y="708547"/>
                    <a:pt x="1691110" y="718157"/>
                    <a:pt x="1679255" y="718157"/>
                  </a:cubicBezTo>
                  <a:lnTo>
                    <a:pt x="21464" y="718157"/>
                  </a:lnTo>
                  <a:cubicBezTo>
                    <a:pt x="15772" y="718157"/>
                    <a:pt x="10312" y="715896"/>
                    <a:pt x="6287" y="711871"/>
                  </a:cubicBezTo>
                  <a:cubicBezTo>
                    <a:pt x="2261" y="707845"/>
                    <a:pt x="0" y="702386"/>
                    <a:pt x="0" y="696693"/>
                  </a:cubicBezTo>
                  <a:lnTo>
                    <a:pt x="0" y="21464"/>
                  </a:lnTo>
                  <a:cubicBezTo>
                    <a:pt x="0" y="15772"/>
                    <a:pt x="2261" y="10312"/>
                    <a:pt x="6287" y="6287"/>
                  </a:cubicBezTo>
                  <a:cubicBezTo>
                    <a:pt x="10312" y="2261"/>
                    <a:pt x="15772" y="0"/>
                    <a:pt x="2146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700720" cy="784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194807" y="8224439"/>
            <a:ext cx="798402" cy="798651"/>
            <a:chOff x="0" y="0"/>
            <a:chExt cx="235290" cy="2353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5290" cy="235364"/>
            </a:xfrm>
            <a:custGeom>
              <a:avLst/>
              <a:gdLst/>
              <a:ahLst/>
              <a:cxnLst/>
              <a:rect r="r" b="b" t="t" l="l"/>
              <a:pathLst>
                <a:path h="235364" w="235290">
                  <a:moveTo>
                    <a:pt x="117645" y="0"/>
                  </a:moveTo>
                  <a:lnTo>
                    <a:pt x="117645" y="0"/>
                  </a:lnTo>
                  <a:cubicBezTo>
                    <a:pt x="182619" y="0"/>
                    <a:pt x="235290" y="52671"/>
                    <a:pt x="235290" y="117645"/>
                  </a:cubicBezTo>
                  <a:lnTo>
                    <a:pt x="235290" y="117718"/>
                  </a:lnTo>
                  <a:cubicBezTo>
                    <a:pt x="235290" y="182692"/>
                    <a:pt x="182619" y="235364"/>
                    <a:pt x="117645" y="235364"/>
                  </a:cubicBezTo>
                  <a:lnTo>
                    <a:pt x="117645" y="235364"/>
                  </a:lnTo>
                  <a:cubicBezTo>
                    <a:pt x="52671" y="235364"/>
                    <a:pt x="0" y="182692"/>
                    <a:pt x="0" y="117718"/>
                  </a:cubicBezTo>
                  <a:lnTo>
                    <a:pt x="0" y="117645"/>
                  </a:lnTo>
                  <a:cubicBezTo>
                    <a:pt x="0" y="52671"/>
                    <a:pt x="52671" y="0"/>
                    <a:pt x="117645" y="0"/>
                  </a:cubicBezTo>
                  <a:close/>
                </a:path>
              </a:pathLst>
            </a:custGeom>
            <a:solidFill>
              <a:srgbClr val="00674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235290" cy="302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735880" y="7114874"/>
            <a:ext cx="355135" cy="35513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166537" y="9482830"/>
            <a:ext cx="355135" cy="35513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6361354" y="964403"/>
            <a:ext cx="8416058" cy="6222364"/>
          </a:xfrm>
          <a:custGeom>
            <a:avLst/>
            <a:gdLst/>
            <a:ahLst/>
            <a:cxnLst/>
            <a:rect r="r" b="b" t="t" l="l"/>
            <a:pathLst>
              <a:path h="6222364" w="8416058">
                <a:moveTo>
                  <a:pt x="0" y="0"/>
                </a:moveTo>
                <a:lnTo>
                  <a:pt x="8416058" y="0"/>
                </a:lnTo>
                <a:lnTo>
                  <a:pt x="8416058" y="6222365"/>
                </a:lnTo>
                <a:lnTo>
                  <a:pt x="0" y="622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796268" y="3648070"/>
            <a:ext cx="146299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Inicio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168075" y="-81598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Resumen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6398" y="6137317"/>
            <a:ext cx="217866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29597" y="610808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57%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83608" y="1252434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12379" y="1659283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24</a:t>
            </a: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/10/2025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2598" y="4608887"/>
            <a:ext cx="138414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</a:t>
            </a:r>
          </a:p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Fin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70476" y="6477677"/>
            <a:ext cx="235937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729597" y="644844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62%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56398" y="6790706"/>
            <a:ext cx="119376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804629" y="6768799"/>
            <a:ext cx="693438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-5%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56224" y="5545471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ANTERIOR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63357" y="8239241"/>
            <a:ext cx="311024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049422" y="8197398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77%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51903" y="8638088"/>
            <a:ext cx="2755793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071353" y="8601575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70%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51903" y="9032740"/>
            <a:ext cx="2627914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091015" y="8994515"/>
            <a:ext cx="693438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+7%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24696" y="7762230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ACTUAL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54049" y="7146306"/>
            <a:ext cx="109741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959140" y="7753895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Logros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603985" y="7586890"/>
            <a:ext cx="3605967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Explicación del Desvió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271833" y="8379576"/>
            <a:ext cx="64434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+7%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187665" y="8087905"/>
            <a:ext cx="4446523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 spc="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desviación es positiva se ha logrado completar 5 tareas por lo tanto estamos  por sobre la curva.</a:t>
            </a:r>
          </a:p>
          <a:p>
            <a:pPr algn="l">
              <a:lnSpc>
                <a:spcPts val="1820"/>
              </a:lnSpc>
            </a:pPr>
            <a:r>
              <a:rPr lang="en-US" sz="1400" spc="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esto se completo ya que se logro completar las tareas de la aplicación movil </a:t>
            </a:r>
          </a:p>
          <a:p>
            <a:pPr algn="l">
              <a:lnSpc>
                <a:spcPts val="2469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4959140" y="8299883"/>
            <a:ext cx="5888620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Se logro implementar IA en aplicación móvil la cual, utilizando los datos de mascota y despensa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y también se implemento la pasarela de pago en la aplicación móvil y web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63357" y="9435205"/>
            <a:ext cx="98237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28238" y="857250"/>
          <a:ext cx="16576008" cy="4857750"/>
        </p:xfrm>
        <a:graphic>
          <a:graphicData uri="http://schemas.openxmlformats.org/drawingml/2006/table">
            <a:tbl>
              <a:tblPr/>
              <a:tblGrid>
                <a:gridCol w="1051325"/>
                <a:gridCol w="3498394"/>
                <a:gridCol w="1861366"/>
                <a:gridCol w="2446197"/>
                <a:gridCol w="1785345"/>
                <a:gridCol w="1973872"/>
                <a:gridCol w="1728646"/>
                <a:gridCol w="2230865"/>
              </a:tblGrid>
              <a:tr h="1353642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RIESGO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Nivel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PLAN DE MITIGACION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TIPO DE IMPACTO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PLAZO DE IMPLENTACION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85285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Dependenci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excesiv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 de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so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ara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clav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6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Compart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 co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oc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mi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ento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,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hac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vis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io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nes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cód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go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y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on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 de tras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paso.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Alex Orell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Gest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ón y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lanificación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65125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Camb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io de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h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rario laboral de algú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integrante.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Revisar horar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os ca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 ci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em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y actua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zar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 Valenzuela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curso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h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86804" y="171450"/>
            <a:ext cx="643591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Riesgo asociado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28238" y="7002863"/>
          <a:ext cx="16576008" cy="3448050"/>
        </p:xfrm>
        <a:graphic>
          <a:graphicData uri="http://schemas.openxmlformats.org/drawingml/2006/table">
            <a:tbl>
              <a:tblPr/>
              <a:tblGrid>
                <a:gridCol w="1041981"/>
                <a:gridCol w="3584889"/>
                <a:gridCol w="1657841"/>
                <a:gridCol w="2810097"/>
                <a:gridCol w="2174370"/>
                <a:gridCol w="2298069"/>
                <a:gridCol w="3008761"/>
              </a:tblGrid>
              <a:tr h="1458242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Descripcion del problema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criticidad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6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Fecha de cierre(estimada de cierre)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93035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I-07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IA tiene límite de consultas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Usar IA local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16/10/2025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Cerrado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05945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I-08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Error en testing de proyecto. Módulo mascotas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 revisan y corrigen los controladores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18/10/2025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Cerrado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28238" y="6431363"/>
            <a:ext cx="1517688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Registro de incidencia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70106" y="171450"/>
            <a:ext cx="64359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0573" y="1366909"/>
            <a:ext cx="17443093" cy="8154646"/>
          </a:xfrm>
          <a:custGeom>
            <a:avLst/>
            <a:gdLst/>
            <a:ahLst/>
            <a:cxnLst/>
            <a:rect r="r" b="b" t="t" l="l"/>
            <a:pathLst>
              <a:path h="8154646" w="17443093">
                <a:moveTo>
                  <a:pt x="0" y="0"/>
                </a:moveTo>
                <a:lnTo>
                  <a:pt x="17443092" y="0"/>
                </a:lnTo>
                <a:lnTo>
                  <a:pt x="17443092" y="8154646"/>
                </a:lnTo>
                <a:lnTo>
                  <a:pt x="0" y="8154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70106" y="171450"/>
            <a:ext cx="64359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Trello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7382" y="1812052"/>
            <a:ext cx="16863204" cy="5564857"/>
          </a:xfrm>
          <a:custGeom>
            <a:avLst/>
            <a:gdLst/>
            <a:ahLst/>
            <a:cxnLst/>
            <a:rect r="r" b="b" t="t" l="l"/>
            <a:pathLst>
              <a:path h="5564857" w="16863204">
                <a:moveTo>
                  <a:pt x="0" y="0"/>
                </a:moveTo>
                <a:lnTo>
                  <a:pt x="16863204" y="0"/>
                </a:lnTo>
                <a:lnTo>
                  <a:pt x="16863204" y="5564858"/>
                </a:lnTo>
                <a:lnTo>
                  <a:pt x="0" y="5564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26045" y="20955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05 Compromisos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74619" y="-1138445"/>
            <a:ext cx="11062159" cy="11425445"/>
            <a:chOff x="0" y="0"/>
            <a:chExt cx="1044796" cy="1079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796" cy="1079108"/>
            </a:xfrm>
            <a:custGeom>
              <a:avLst/>
              <a:gdLst/>
              <a:ahLst/>
              <a:cxnLst/>
              <a:rect r="r" b="b" t="t" l="l"/>
              <a:pathLst>
                <a:path h="1079108" w="1044796">
                  <a:moveTo>
                    <a:pt x="522398" y="0"/>
                  </a:moveTo>
                  <a:cubicBezTo>
                    <a:pt x="233886" y="0"/>
                    <a:pt x="0" y="241566"/>
                    <a:pt x="0" y="539554"/>
                  </a:cubicBezTo>
                  <a:cubicBezTo>
                    <a:pt x="0" y="837541"/>
                    <a:pt x="233886" y="1079108"/>
                    <a:pt x="522398" y="1079108"/>
                  </a:cubicBezTo>
                  <a:cubicBezTo>
                    <a:pt x="810910" y="1079108"/>
                    <a:pt x="1044796" y="837541"/>
                    <a:pt x="1044796" y="539554"/>
                  </a:cubicBezTo>
                  <a:cubicBezTo>
                    <a:pt x="1044796" y="241566"/>
                    <a:pt x="810910" y="0"/>
                    <a:pt x="522398" y="0"/>
                  </a:cubicBezTo>
                  <a:close/>
                </a:path>
              </a:pathLst>
            </a:custGeom>
            <a:solidFill>
              <a:srgbClr val="FEFEFE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7950" y="63066"/>
              <a:ext cx="848897" cy="914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1050" y="2062614"/>
            <a:ext cx="6397421" cy="5023327"/>
          </a:xfrm>
          <a:custGeom>
            <a:avLst/>
            <a:gdLst/>
            <a:ahLst/>
            <a:cxnLst/>
            <a:rect r="r" b="b" t="t" l="l"/>
            <a:pathLst>
              <a:path h="5023327" w="6397421">
                <a:moveTo>
                  <a:pt x="0" y="0"/>
                </a:moveTo>
                <a:lnTo>
                  <a:pt x="6397421" y="0"/>
                </a:lnTo>
                <a:lnTo>
                  <a:pt x="6397421" y="5023327"/>
                </a:lnTo>
                <a:lnTo>
                  <a:pt x="0" y="5023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21736" y="8032532"/>
            <a:ext cx="7737381" cy="1843955"/>
          </a:xfrm>
          <a:custGeom>
            <a:avLst/>
            <a:gdLst/>
            <a:ahLst/>
            <a:cxnLst/>
            <a:rect r="r" b="b" t="t" l="l"/>
            <a:pathLst>
              <a:path h="1843955" w="7737381">
                <a:moveTo>
                  <a:pt x="0" y="0"/>
                </a:moveTo>
                <a:lnTo>
                  <a:pt x="7737381" y="0"/>
                </a:lnTo>
                <a:lnTo>
                  <a:pt x="7737381" y="1843956"/>
                </a:lnTo>
                <a:lnTo>
                  <a:pt x="0" y="184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12848" y="4574277"/>
            <a:ext cx="8648195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39"/>
              </a:lnSpc>
            </a:pPr>
            <a:r>
              <a:rPr lang="en-US" sz="76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“Muchas gracias 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0330" y="149111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DAG37kNZ8Js</dc:identifier>
  <dcterms:modified xsi:type="dcterms:W3CDTF">2011-08-01T06:04:30Z</dcterms:modified>
  <cp:revision>1</cp:revision>
  <dc:title>07 Fecha 24.10.25 Avance</dc:title>
</cp:coreProperties>
</file>