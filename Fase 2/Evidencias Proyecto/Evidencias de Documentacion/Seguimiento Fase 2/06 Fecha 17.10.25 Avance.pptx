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Medium" charset="1" panose="020B0603030501040103"/>
      <p:regular r:id="rId17"/>
    </p:embeddedFont>
    <p:embeddedFont>
      <p:font typeface="Montaser Arabic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 Italics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69597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6362" y="1634783"/>
            <a:ext cx="14097298" cy="8652217"/>
          </a:xfrm>
          <a:custGeom>
            <a:avLst/>
            <a:gdLst/>
            <a:ahLst/>
            <a:cxnLst/>
            <a:rect r="r" b="b" t="t" l="l"/>
            <a:pathLst>
              <a:path h="8652217" w="14097298">
                <a:moveTo>
                  <a:pt x="0" y="0"/>
                </a:moveTo>
                <a:lnTo>
                  <a:pt x="14097298" y="0"/>
                </a:lnTo>
                <a:lnTo>
                  <a:pt x="14097298" y="8652217"/>
                </a:lnTo>
                <a:lnTo>
                  <a:pt x="0" y="8652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8893" y="1862651"/>
            <a:ext cx="13254294" cy="7853169"/>
          </a:xfrm>
          <a:custGeom>
            <a:avLst/>
            <a:gdLst/>
            <a:ahLst/>
            <a:cxnLst/>
            <a:rect r="r" b="b" t="t" l="l"/>
            <a:pathLst>
              <a:path h="7853169" w="13254294">
                <a:moveTo>
                  <a:pt x="0" y="0"/>
                </a:moveTo>
                <a:lnTo>
                  <a:pt x="13254294" y="0"/>
                </a:lnTo>
                <a:lnTo>
                  <a:pt x="13254294" y="7853169"/>
                </a:lnTo>
                <a:lnTo>
                  <a:pt x="0" y="785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2720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5096314" cy="2478460"/>
            <a:chOff x="0" y="0"/>
            <a:chExt cx="1501890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01890" cy="730406"/>
            </a:xfrm>
            <a:custGeom>
              <a:avLst/>
              <a:gdLst/>
              <a:ahLst/>
              <a:cxnLst/>
              <a:rect r="r" b="b" t="t" l="l"/>
              <a:pathLst>
                <a:path h="730406" w="1501890">
                  <a:moveTo>
                    <a:pt x="24306" y="0"/>
                  </a:moveTo>
                  <a:lnTo>
                    <a:pt x="1477584" y="0"/>
                  </a:lnTo>
                  <a:cubicBezTo>
                    <a:pt x="1491008" y="0"/>
                    <a:pt x="1501890" y="10882"/>
                    <a:pt x="1501890" y="24306"/>
                  </a:cubicBezTo>
                  <a:lnTo>
                    <a:pt x="1501890" y="706100"/>
                  </a:lnTo>
                  <a:cubicBezTo>
                    <a:pt x="1501890" y="719523"/>
                    <a:pt x="1491008" y="730406"/>
                    <a:pt x="1477584" y="730406"/>
                  </a:cubicBezTo>
                  <a:lnTo>
                    <a:pt x="24306" y="730406"/>
                  </a:lnTo>
                  <a:cubicBezTo>
                    <a:pt x="10882" y="730406"/>
                    <a:pt x="0" y="719523"/>
                    <a:pt x="0" y="706100"/>
                  </a:cubicBezTo>
                  <a:lnTo>
                    <a:pt x="0" y="24306"/>
                  </a:lnTo>
                  <a:cubicBezTo>
                    <a:pt x="0" y="10882"/>
                    <a:pt x="10882" y="0"/>
                    <a:pt x="243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501890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71534" y="7271979"/>
            <a:ext cx="8048636" cy="3015021"/>
            <a:chOff x="0" y="0"/>
            <a:chExt cx="2371943" cy="8885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1943" cy="888531"/>
            </a:xfrm>
            <a:custGeom>
              <a:avLst/>
              <a:gdLst/>
              <a:ahLst/>
              <a:cxnLst/>
              <a:rect r="r" b="b" t="t" l="l"/>
              <a:pathLst>
                <a:path h="888531" w="2371943">
                  <a:moveTo>
                    <a:pt x="15390" y="0"/>
                  </a:moveTo>
                  <a:lnTo>
                    <a:pt x="2356553" y="0"/>
                  </a:lnTo>
                  <a:cubicBezTo>
                    <a:pt x="2360635" y="0"/>
                    <a:pt x="2364549" y="1621"/>
                    <a:pt x="2367436" y="4508"/>
                  </a:cubicBezTo>
                  <a:cubicBezTo>
                    <a:pt x="2370322" y="7394"/>
                    <a:pt x="2371943" y="11309"/>
                    <a:pt x="2371943" y="15390"/>
                  </a:cubicBezTo>
                  <a:lnTo>
                    <a:pt x="2371943" y="873140"/>
                  </a:lnTo>
                  <a:cubicBezTo>
                    <a:pt x="2371943" y="881640"/>
                    <a:pt x="2365053" y="888531"/>
                    <a:pt x="2356553" y="888531"/>
                  </a:cubicBezTo>
                  <a:lnTo>
                    <a:pt x="15390" y="888531"/>
                  </a:lnTo>
                  <a:cubicBezTo>
                    <a:pt x="6890" y="888531"/>
                    <a:pt x="0" y="881640"/>
                    <a:pt x="0" y="873140"/>
                  </a:cubicBezTo>
                  <a:lnTo>
                    <a:pt x="0" y="15390"/>
                  </a:lnTo>
                  <a:cubicBezTo>
                    <a:pt x="0" y="6890"/>
                    <a:pt x="6890" y="0"/>
                    <a:pt x="1539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2371943" cy="955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92356" y="8185454"/>
            <a:ext cx="798402" cy="798651"/>
            <a:chOff x="0" y="0"/>
            <a:chExt cx="235290" cy="235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290" cy="235364"/>
            </a:xfrm>
            <a:custGeom>
              <a:avLst/>
              <a:gdLst/>
              <a:ahLst/>
              <a:cxnLst/>
              <a:rect r="r" b="b" t="t" l="l"/>
              <a:pathLst>
                <a:path h="235364" w="235290">
                  <a:moveTo>
                    <a:pt x="117645" y="0"/>
                  </a:moveTo>
                  <a:lnTo>
                    <a:pt x="117645" y="0"/>
                  </a:lnTo>
                  <a:cubicBezTo>
                    <a:pt x="182619" y="0"/>
                    <a:pt x="235290" y="52671"/>
                    <a:pt x="235290" y="117645"/>
                  </a:cubicBezTo>
                  <a:lnTo>
                    <a:pt x="235290" y="117718"/>
                  </a:lnTo>
                  <a:cubicBezTo>
                    <a:pt x="235290" y="182692"/>
                    <a:pt x="182619" y="235364"/>
                    <a:pt x="117645" y="235364"/>
                  </a:cubicBezTo>
                  <a:lnTo>
                    <a:pt x="117645" y="235364"/>
                  </a:lnTo>
                  <a:cubicBezTo>
                    <a:pt x="52671" y="235364"/>
                    <a:pt x="0" y="182692"/>
                    <a:pt x="0" y="117718"/>
                  </a:cubicBezTo>
                  <a:lnTo>
                    <a:pt x="0" y="117645"/>
                  </a:lnTo>
                  <a:cubicBezTo>
                    <a:pt x="0" y="52671"/>
                    <a:pt x="52671" y="0"/>
                    <a:pt x="117645" y="0"/>
                  </a:cubicBezTo>
                  <a:close/>
                </a:path>
              </a:pathLst>
            </a:custGeom>
            <a:solidFill>
              <a:srgbClr val="FF313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35290" cy="30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709086" y="813752"/>
            <a:ext cx="8924897" cy="6478922"/>
          </a:xfrm>
          <a:custGeom>
            <a:avLst/>
            <a:gdLst/>
            <a:ahLst/>
            <a:cxnLst/>
            <a:rect r="r" b="b" t="t" l="l"/>
            <a:pathLst>
              <a:path h="6478922" w="8924897">
                <a:moveTo>
                  <a:pt x="0" y="0"/>
                </a:moveTo>
                <a:lnTo>
                  <a:pt x="8924896" y="0"/>
                </a:lnTo>
                <a:lnTo>
                  <a:pt x="8924896" y="6478922"/>
                </a:lnTo>
                <a:lnTo>
                  <a:pt x="0" y="6478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48%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52%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-4%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57%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62%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-5%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569383" y="8379576"/>
            <a:ext cx="64434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-5%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502896" y="7962672"/>
            <a:ext cx="6151112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negativa no se ha logrado completar 5 tareas por lo tanto estamos  por bajo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debió a que se dedicó gran parte del tiempo a la implementación de la IA.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Por esta razón, no fue posible completar las tareas MO-80, MO-81, MO-82 y MO-83, correspondientes a la aplicación móvil.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En cuanto a la documentación, la tarea MO-89 aún no ha sido finalizada; resta completar los casos de uso y definir la forma en que se presentará la documentación final.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299883"/>
            <a:ext cx="4302956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logro implementar IA la cual, utilizando los datos de mascota y despensa, genera una receta con instrucciones para preparar.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5153025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302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20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ción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del 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mpo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nece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sario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comple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márg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s,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vid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ir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gra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y rev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periódic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ment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Gest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lanificación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94797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eun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sin actas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 acu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laros.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gnar 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nsable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acta y enviarla al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fin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ca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 reunión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Alexander Orell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ordi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3181350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108937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6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2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cierre(estimada de cierre)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3152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I-05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tiene límite de consultas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IA local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045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Errores en testing de proyecto por diferentes 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elige solo una IA para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174" y="857250"/>
            <a:ext cx="16863061" cy="9169289"/>
          </a:xfrm>
          <a:custGeom>
            <a:avLst/>
            <a:gdLst/>
            <a:ahLst/>
            <a:cxnLst/>
            <a:rect r="r" b="b" t="t" l="l"/>
            <a:pathLst>
              <a:path h="9169289" w="16863061">
                <a:moveTo>
                  <a:pt x="0" y="0"/>
                </a:moveTo>
                <a:lnTo>
                  <a:pt x="16863061" y="0"/>
                </a:lnTo>
                <a:lnTo>
                  <a:pt x="16863061" y="9169289"/>
                </a:lnTo>
                <a:lnTo>
                  <a:pt x="0" y="9169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Riesgo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8580" y="1028700"/>
            <a:ext cx="12601796" cy="9136302"/>
          </a:xfrm>
          <a:custGeom>
            <a:avLst/>
            <a:gdLst/>
            <a:ahLst/>
            <a:cxnLst/>
            <a:rect r="r" b="b" t="t" l="l"/>
            <a:pathLst>
              <a:path h="9136302" w="12601796">
                <a:moveTo>
                  <a:pt x="0" y="0"/>
                </a:moveTo>
                <a:lnTo>
                  <a:pt x="12601797" y="0"/>
                </a:lnTo>
                <a:lnTo>
                  <a:pt x="12601797" y="9136302"/>
                </a:lnTo>
                <a:lnTo>
                  <a:pt x="0" y="9136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DAG2qLpSIfA</dc:identifier>
  <dcterms:modified xsi:type="dcterms:W3CDTF">2011-08-01T06:04:30Z</dcterms:modified>
  <cp:revision>1</cp:revision>
  <dc:title>06 Fecha 17.10.25 Avance</dc:title>
</cp:coreProperties>
</file>