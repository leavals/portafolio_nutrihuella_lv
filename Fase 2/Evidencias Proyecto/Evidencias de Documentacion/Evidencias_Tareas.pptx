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66" r:id="rId4"/>
    <p:sldId id="268" r:id="rId5"/>
    <p:sldId id="269" r:id="rId6"/>
    <p:sldId id="270" r:id="rId7"/>
    <p:sldId id="271" r:id="rId8"/>
    <p:sldId id="267" r:id="rId9"/>
  </p:sldIdLst>
  <p:sldSz cx="18288000" cy="10287000"/>
  <p:notesSz cx="6858000" cy="9144000"/>
  <p:embeddedFontLst>
    <p:embeddedFont>
      <p:font typeface="Canva Sans Bold" panose="020B0604020202020204" charset="0"/>
      <p:regular r:id="rId10"/>
    </p:embeddedFont>
    <p:embeddedFont>
      <p:font typeface="Canva Sans Medium" panose="020B0604020202020204" charset="0"/>
      <p:regular r:id="rId11"/>
    </p:embeddedFont>
    <p:embeddedFont>
      <p:font typeface="Montaser Arabic" panose="020B0604020202020204" charset="-78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67" d="100"/>
          <a:sy n="67" d="100"/>
        </p:scale>
        <p:origin x="384" y="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8E2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1597565" y="7195826"/>
            <a:ext cx="3677460" cy="2333935"/>
            <a:chOff x="0" y="0"/>
            <a:chExt cx="1083752" cy="68781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083752" cy="687814"/>
            </a:xfrm>
            <a:custGeom>
              <a:avLst/>
              <a:gdLst/>
              <a:ahLst/>
              <a:cxnLst/>
              <a:rect l="l" t="t" r="r" b="b"/>
              <a:pathLst>
                <a:path w="1083752" h="687814">
                  <a:moveTo>
                    <a:pt x="33684" y="0"/>
                  </a:moveTo>
                  <a:lnTo>
                    <a:pt x="1050068" y="0"/>
                  </a:lnTo>
                  <a:cubicBezTo>
                    <a:pt x="1068671" y="0"/>
                    <a:pt x="1083752" y="15081"/>
                    <a:pt x="1083752" y="33684"/>
                  </a:cubicBezTo>
                  <a:lnTo>
                    <a:pt x="1083752" y="654130"/>
                  </a:lnTo>
                  <a:cubicBezTo>
                    <a:pt x="1083752" y="672733"/>
                    <a:pt x="1068671" y="687814"/>
                    <a:pt x="1050068" y="687814"/>
                  </a:cubicBezTo>
                  <a:lnTo>
                    <a:pt x="33684" y="687814"/>
                  </a:lnTo>
                  <a:cubicBezTo>
                    <a:pt x="15081" y="687814"/>
                    <a:pt x="0" y="672733"/>
                    <a:pt x="0" y="654130"/>
                  </a:cubicBezTo>
                  <a:lnTo>
                    <a:pt x="0" y="33684"/>
                  </a:lnTo>
                  <a:cubicBezTo>
                    <a:pt x="0" y="15081"/>
                    <a:pt x="15081" y="0"/>
                    <a:pt x="33684" y="0"/>
                  </a:cubicBezTo>
                  <a:close/>
                </a:path>
              </a:pathLst>
            </a:custGeom>
            <a:solidFill>
              <a:srgbClr val="82A399"/>
            </a:solidFill>
          </p:spPr>
          <p:txBody>
            <a:bodyPr/>
            <a:lstStyle/>
            <a:p>
              <a:endParaRPr lang="es-E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66675"/>
              <a:ext cx="1083752" cy="7544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54"/>
                </a:lnSpc>
              </a:pPr>
              <a:endParaRPr/>
            </a:p>
          </p:txBody>
        </p:sp>
      </p:grpSp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5323" y="8348789"/>
            <a:ext cx="2361943" cy="137780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2024940" y="7552850"/>
            <a:ext cx="3291978" cy="361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89"/>
              </a:lnSpc>
            </a:pPr>
            <a:r>
              <a:rPr lang="en-US" sz="2299" b="1" spc="22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Fecha del Reporte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053711" y="7959699"/>
            <a:ext cx="2439224" cy="5118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60"/>
              </a:lnSpc>
            </a:pPr>
            <a:r>
              <a:rPr lang="en-US" sz="32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10/10/2025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310504" y="1678474"/>
            <a:ext cx="5054763" cy="1143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60"/>
              </a:lnSpc>
              <a:spcBef>
                <a:spcPct val="0"/>
              </a:spcBef>
            </a:pPr>
            <a:r>
              <a:rPr lang="en-US" sz="3800" b="1" dirty="0">
                <a:solidFill>
                  <a:srgbClr val="517A7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Comer bien también es </a:t>
            </a:r>
            <a:r>
              <a:rPr lang="en-US" sz="3800" b="1" dirty="0" err="1">
                <a:solidFill>
                  <a:srgbClr val="517A7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dar</a:t>
            </a:r>
            <a:r>
              <a:rPr lang="en-US" sz="3800" b="1" dirty="0">
                <a:solidFill>
                  <a:srgbClr val="517A7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amor.</a:t>
            </a: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EC839CE8-8939-1231-41B7-A51177EEB0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8E2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721742" cy="10390567"/>
          </a:xfrm>
          <a:custGeom>
            <a:avLst/>
            <a:gdLst/>
            <a:ahLst/>
            <a:cxnLst/>
            <a:rect l="l" t="t" r="r" b="b"/>
            <a:pathLst>
              <a:path w="18721742" h="10390567">
                <a:moveTo>
                  <a:pt x="0" y="0"/>
                </a:moveTo>
                <a:lnTo>
                  <a:pt x="18721742" y="0"/>
                </a:lnTo>
                <a:lnTo>
                  <a:pt x="18721742" y="10390567"/>
                </a:lnTo>
                <a:lnTo>
                  <a:pt x="0" y="103905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4000500" y="-4000500"/>
            <a:ext cx="10287000" cy="18288000"/>
          </a:xfrm>
          <a:custGeom>
            <a:avLst/>
            <a:gdLst/>
            <a:ahLst/>
            <a:cxnLst/>
            <a:rect l="l" t="t" r="r" b="b"/>
            <a:pathLst>
              <a:path w="10287000" h="18288000">
                <a:moveTo>
                  <a:pt x="0" y="18288000"/>
                </a:moveTo>
                <a:lnTo>
                  <a:pt x="0" y="0"/>
                </a:lnTo>
                <a:lnTo>
                  <a:pt x="10287000" y="0"/>
                </a:lnTo>
                <a:lnTo>
                  <a:pt x="10287000" y="18288000"/>
                </a:lnTo>
                <a:lnTo>
                  <a:pt x="0" y="18288000"/>
                </a:lnTo>
                <a:close/>
              </a:path>
            </a:pathLst>
          </a:custGeom>
          <a:blipFill>
            <a:blip r:embed="rId2"/>
            <a:stretch>
              <a:fillRect l="-12888" r="-12888"/>
            </a:stretch>
          </a:blipFill>
        </p:spPr>
        <p:txBody>
          <a:bodyPr/>
          <a:lstStyle/>
          <a:p>
            <a:endParaRPr lang="es-ES" dirty="0"/>
          </a:p>
        </p:txBody>
      </p:sp>
      <p:sp>
        <p:nvSpPr>
          <p:cNvPr id="5" name="TextBox 5"/>
          <p:cNvSpPr txBox="1"/>
          <p:nvPr/>
        </p:nvSpPr>
        <p:spPr>
          <a:xfrm>
            <a:off x="838200" y="1638300"/>
            <a:ext cx="3373424" cy="16375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480"/>
              </a:lnSpc>
            </a:pPr>
            <a:r>
              <a:rPr lang="en-US" sz="5400" b="1" dirty="0" err="1">
                <a:solidFill>
                  <a:srgbClr val="006747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Evidencia</a:t>
            </a:r>
            <a:r>
              <a:rPr lang="en-US" sz="5400" b="1" dirty="0">
                <a:solidFill>
                  <a:srgbClr val="006747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 Sprint 1</a:t>
            </a:r>
          </a:p>
        </p:txBody>
      </p:sp>
      <p:pic>
        <p:nvPicPr>
          <p:cNvPr id="7" name="Imagen 6" descr="Captura de pantalla de computadora&#10;&#10;El contenido generado por IA puede ser incorrecto.">
            <a:extLst>
              <a:ext uri="{FF2B5EF4-FFF2-40B4-BE49-F238E27FC236}">
                <a16:creationId xmlns:a16="http://schemas.microsoft.com/office/drawing/2014/main" id="{67075B23-18A6-D29F-BC6E-94201BA3C4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518" r="7697"/>
          <a:stretch>
            <a:fillRect/>
          </a:stretch>
        </p:blipFill>
        <p:spPr>
          <a:xfrm>
            <a:off x="5334000" y="841730"/>
            <a:ext cx="12801600" cy="8830907"/>
          </a:xfrm>
          <a:prstGeom prst="rect">
            <a:avLst/>
          </a:prstGeom>
        </p:spPr>
      </p:pic>
      <p:grpSp>
        <p:nvGrpSpPr>
          <p:cNvPr id="9" name="Group 2">
            <a:extLst>
              <a:ext uri="{FF2B5EF4-FFF2-40B4-BE49-F238E27FC236}">
                <a16:creationId xmlns:a16="http://schemas.microsoft.com/office/drawing/2014/main" id="{48570BFF-8D65-6253-BF47-DA0BD1FBBA0E}"/>
              </a:ext>
            </a:extLst>
          </p:cNvPr>
          <p:cNvGrpSpPr/>
          <p:nvPr/>
        </p:nvGrpSpPr>
        <p:grpSpPr>
          <a:xfrm>
            <a:off x="-3094190" y="4914101"/>
            <a:ext cx="7407579" cy="7407579"/>
            <a:chOff x="0" y="0"/>
            <a:chExt cx="812800" cy="812800"/>
          </a:xfrm>
        </p:grpSpPr>
        <p:sp>
          <p:nvSpPr>
            <p:cNvPr id="10" name="Freeform 3">
              <a:extLst>
                <a:ext uri="{FF2B5EF4-FFF2-40B4-BE49-F238E27FC236}">
                  <a16:creationId xmlns:a16="http://schemas.microsoft.com/office/drawing/2014/main" id="{9A563CA9-D596-4AA7-C264-AB2F4100310B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6747">
                <a:alpha val="72941"/>
              </a:srgbClr>
            </a:solidFill>
          </p:spPr>
          <p:txBody>
            <a:bodyPr/>
            <a:lstStyle/>
            <a:p>
              <a:endParaRPr lang="es-ES"/>
            </a:p>
          </p:txBody>
        </p:sp>
        <p:sp>
          <p:nvSpPr>
            <p:cNvPr id="11" name="TextBox 4">
              <a:extLst>
                <a:ext uri="{FF2B5EF4-FFF2-40B4-BE49-F238E27FC236}">
                  <a16:creationId xmlns:a16="http://schemas.microsoft.com/office/drawing/2014/main" id="{0664B3E7-A07C-4B7D-2B52-0B0D8AA94994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Freeform 5">
            <a:extLst>
              <a:ext uri="{FF2B5EF4-FFF2-40B4-BE49-F238E27FC236}">
                <a16:creationId xmlns:a16="http://schemas.microsoft.com/office/drawing/2014/main" id="{881A63A6-AD34-DBD5-0962-126656886AFB}"/>
              </a:ext>
            </a:extLst>
          </p:cNvPr>
          <p:cNvSpPr/>
          <p:nvPr/>
        </p:nvSpPr>
        <p:spPr>
          <a:xfrm>
            <a:off x="609600" y="5448300"/>
            <a:ext cx="2585935" cy="3881328"/>
          </a:xfrm>
          <a:custGeom>
            <a:avLst/>
            <a:gdLst/>
            <a:ahLst/>
            <a:cxnLst/>
            <a:rect l="l" t="t" r="r" b="b"/>
            <a:pathLst>
              <a:path w="2585935" h="3881328">
                <a:moveTo>
                  <a:pt x="0" y="0"/>
                </a:moveTo>
                <a:lnTo>
                  <a:pt x="2585935" y="0"/>
                </a:lnTo>
                <a:lnTo>
                  <a:pt x="2585935" y="3881328"/>
                </a:lnTo>
                <a:lnTo>
                  <a:pt x="0" y="388132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2069C5-C503-CABB-7FA1-7BAA95C6CD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582E1436-BCB7-31A9-7221-C6916558E7FA}"/>
              </a:ext>
            </a:extLst>
          </p:cNvPr>
          <p:cNvSpPr/>
          <p:nvPr/>
        </p:nvSpPr>
        <p:spPr>
          <a:xfrm rot="5400000">
            <a:off x="4000500" y="-4000500"/>
            <a:ext cx="10287000" cy="18288000"/>
          </a:xfrm>
          <a:custGeom>
            <a:avLst/>
            <a:gdLst/>
            <a:ahLst/>
            <a:cxnLst/>
            <a:rect l="l" t="t" r="r" b="b"/>
            <a:pathLst>
              <a:path w="10287000" h="18288000">
                <a:moveTo>
                  <a:pt x="0" y="18288000"/>
                </a:moveTo>
                <a:lnTo>
                  <a:pt x="0" y="0"/>
                </a:lnTo>
                <a:lnTo>
                  <a:pt x="10287000" y="0"/>
                </a:lnTo>
                <a:lnTo>
                  <a:pt x="10287000" y="18288000"/>
                </a:lnTo>
                <a:lnTo>
                  <a:pt x="0" y="18288000"/>
                </a:lnTo>
                <a:close/>
              </a:path>
            </a:pathLst>
          </a:custGeom>
          <a:blipFill>
            <a:blip r:embed="rId2"/>
            <a:stretch>
              <a:fillRect l="-12888" r="-12888"/>
            </a:stretch>
          </a:blipFill>
        </p:spPr>
        <p:txBody>
          <a:bodyPr/>
          <a:lstStyle/>
          <a:p>
            <a:endParaRPr lang="es-ES" dirty="0"/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C7AD79CC-C486-B0EB-EB66-E8DF23CA3C51}"/>
              </a:ext>
            </a:extLst>
          </p:cNvPr>
          <p:cNvSpPr txBox="1"/>
          <p:nvPr/>
        </p:nvSpPr>
        <p:spPr>
          <a:xfrm>
            <a:off x="3467100" y="445500"/>
            <a:ext cx="11353800" cy="8039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480"/>
              </a:lnSpc>
            </a:pPr>
            <a:r>
              <a:rPr lang="en-US" sz="5400" b="1" dirty="0" err="1">
                <a:solidFill>
                  <a:srgbClr val="006747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Evidencia</a:t>
            </a:r>
            <a:r>
              <a:rPr lang="en-US" sz="5400" b="1" dirty="0">
                <a:solidFill>
                  <a:srgbClr val="006747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 Sprint 2</a:t>
            </a:r>
          </a:p>
        </p:txBody>
      </p:sp>
      <p:pic>
        <p:nvPicPr>
          <p:cNvPr id="4" name="Imagen 3" descr="Captura de pantalla de computadora&#10;&#10;El contenido generado por IA puede ser incorrecto.">
            <a:extLst>
              <a:ext uri="{FF2B5EF4-FFF2-40B4-BE49-F238E27FC236}">
                <a16:creationId xmlns:a16="http://schemas.microsoft.com/office/drawing/2014/main" id="{3099E240-364B-D728-27F9-DE7C658AF84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62" r="1393"/>
          <a:stretch>
            <a:fillRect/>
          </a:stretch>
        </p:blipFill>
        <p:spPr>
          <a:xfrm>
            <a:off x="612671" y="1249438"/>
            <a:ext cx="17062657" cy="8751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74949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97EBFF-6632-C78E-6888-A926ECE547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260D9865-F4C5-3FE5-3E47-E0EF54B0596B}"/>
              </a:ext>
            </a:extLst>
          </p:cNvPr>
          <p:cNvSpPr/>
          <p:nvPr/>
        </p:nvSpPr>
        <p:spPr>
          <a:xfrm rot="5400000">
            <a:off x="4000500" y="-4000500"/>
            <a:ext cx="10287000" cy="18288000"/>
          </a:xfrm>
          <a:custGeom>
            <a:avLst/>
            <a:gdLst/>
            <a:ahLst/>
            <a:cxnLst/>
            <a:rect l="l" t="t" r="r" b="b"/>
            <a:pathLst>
              <a:path w="10287000" h="18288000">
                <a:moveTo>
                  <a:pt x="0" y="18288000"/>
                </a:moveTo>
                <a:lnTo>
                  <a:pt x="0" y="0"/>
                </a:lnTo>
                <a:lnTo>
                  <a:pt x="10287000" y="0"/>
                </a:lnTo>
                <a:lnTo>
                  <a:pt x="10287000" y="18288000"/>
                </a:lnTo>
                <a:lnTo>
                  <a:pt x="0" y="18288000"/>
                </a:lnTo>
                <a:close/>
              </a:path>
            </a:pathLst>
          </a:custGeom>
          <a:blipFill>
            <a:blip r:embed="rId2"/>
            <a:stretch>
              <a:fillRect l="-12888" r="-12888"/>
            </a:stretch>
          </a:blipFill>
        </p:spPr>
        <p:txBody>
          <a:bodyPr/>
          <a:lstStyle/>
          <a:p>
            <a:endParaRPr lang="es-ES" dirty="0"/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1A18DF40-29B9-3538-5931-2CCF9E3FD265}"/>
              </a:ext>
            </a:extLst>
          </p:cNvPr>
          <p:cNvSpPr txBox="1"/>
          <p:nvPr/>
        </p:nvSpPr>
        <p:spPr>
          <a:xfrm>
            <a:off x="3467099" y="479703"/>
            <a:ext cx="11353800" cy="8039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480"/>
              </a:lnSpc>
            </a:pPr>
            <a:r>
              <a:rPr lang="en-US" sz="5400" b="1" dirty="0" err="1">
                <a:solidFill>
                  <a:srgbClr val="006747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Evidencia</a:t>
            </a:r>
            <a:r>
              <a:rPr lang="en-US" sz="5400" b="1" dirty="0">
                <a:solidFill>
                  <a:srgbClr val="006747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 Sprint 3</a:t>
            </a:r>
          </a:p>
        </p:txBody>
      </p:sp>
      <p:pic>
        <p:nvPicPr>
          <p:cNvPr id="6" name="Imagen 5" descr="Captura de pantalla de un videojuego&#10;&#10;El contenido generado por IA puede ser incorrecto.">
            <a:extLst>
              <a:ext uri="{FF2B5EF4-FFF2-40B4-BE49-F238E27FC236}">
                <a16:creationId xmlns:a16="http://schemas.microsoft.com/office/drawing/2014/main" id="{FF79F59C-60FB-6A2F-992E-436082AC10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537"/>
          <a:stretch>
            <a:fillRect/>
          </a:stretch>
        </p:blipFill>
        <p:spPr>
          <a:xfrm>
            <a:off x="1340426" y="1316978"/>
            <a:ext cx="15607147" cy="853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50358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E6814F-1581-81AD-DC9D-17055D68A2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D47EC8B4-043B-CE9D-0D47-26D0B9AF746E}"/>
              </a:ext>
            </a:extLst>
          </p:cNvPr>
          <p:cNvSpPr/>
          <p:nvPr/>
        </p:nvSpPr>
        <p:spPr>
          <a:xfrm rot="5400000">
            <a:off x="4000500" y="-4000500"/>
            <a:ext cx="10287000" cy="18288000"/>
          </a:xfrm>
          <a:custGeom>
            <a:avLst/>
            <a:gdLst/>
            <a:ahLst/>
            <a:cxnLst/>
            <a:rect l="l" t="t" r="r" b="b"/>
            <a:pathLst>
              <a:path w="10287000" h="18288000">
                <a:moveTo>
                  <a:pt x="0" y="18288000"/>
                </a:moveTo>
                <a:lnTo>
                  <a:pt x="0" y="0"/>
                </a:lnTo>
                <a:lnTo>
                  <a:pt x="10287000" y="0"/>
                </a:lnTo>
                <a:lnTo>
                  <a:pt x="10287000" y="18288000"/>
                </a:lnTo>
                <a:lnTo>
                  <a:pt x="0" y="18288000"/>
                </a:lnTo>
                <a:close/>
              </a:path>
            </a:pathLst>
          </a:custGeom>
          <a:blipFill>
            <a:blip r:embed="rId2"/>
            <a:stretch>
              <a:fillRect l="-12888" r="-12888"/>
            </a:stretch>
          </a:blipFill>
        </p:spPr>
        <p:txBody>
          <a:bodyPr/>
          <a:lstStyle/>
          <a:p>
            <a:endParaRPr lang="es-ES" dirty="0"/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0C3B03D4-DDD2-AAAE-E310-9E080538DCFF}"/>
              </a:ext>
            </a:extLst>
          </p:cNvPr>
          <p:cNvSpPr txBox="1"/>
          <p:nvPr/>
        </p:nvSpPr>
        <p:spPr>
          <a:xfrm>
            <a:off x="3467100" y="406023"/>
            <a:ext cx="11353800" cy="8039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480"/>
              </a:lnSpc>
            </a:pPr>
            <a:r>
              <a:rPr lang="en-US" sz="5400" b="1" dirty="0" err="1">
                <a:solidFill>
                  <a:srgbClr val="006747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Evidencia</a:t>
            </a:r>
            <a:r>
              <a:rPr lang="en-US" sz="5400" b="1" dirty="0">
                <a:solidFill>
                  <a:srgbClr val="006747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 Sprint 4</a:t>
            </a:r>
          </a:p>
        </p:txBody>
      </p:sp>
      <p:pic>
        <p:nvPicPr>
          <p:cNvPr id="4" name="Imagen 3" descr="Una captura de pantalla de un celular&#10;&#10;El contenido generado por IA puede ser incorrecto.">
            <a:extLst>
              <a:ext uri="{FF2B5EF4-FFF2-40B4-BE49-F238E27FC236}">
                <a16:creationId xmlns:a16="http://schemas.microsoft.com/office/drawing/2014/main" id="{6948F4D4-E88A-2BB6-E369-BB77C49162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68"/>
          <a:stretch>
            <a:fillRect/>
          </a:stretch>
        </p:blipFill>
        <p:spPr>
          <a:xfrm>
            <a:off x="1288367" y="1343312"/>
            <a:ext cx="15711265" cy="8537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6522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DCCF72-7C88-E1E0-D207-E00BEEF257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7E7C8C8C-9E9A-B6B2-8571-929EC5B39CAC}"/>
              </a:ext>
            </a:extLst>
          </p:cNvPr>
          <p:cNvSpPr/>
          <p:nvPr/>
        </p:nvSpPr>
        <p:spPr>
          <a:xfrm rot="5400000">
            <a:off x="4000500" y="-4000500"/>
            <a:ext cx="10287000" cy="18288000"/>
          </a:xfrm>
          <a:custGeom>
            <a:avLst/>
            <a:gdLst/>
            <a:ahLst/>
            <a:cxnLst/>
            <a:rect l="l" t="t" r="r" b="b"/>
            <a:pathLst>
              <a:path w="10287000" h="18288000">
                <a:moveTo>
                  <a:pt x="0" y="18288000"/>
                </a:moveTo>
                <a:lnTo>
                  <a:pt x="0" y="0"/>
                </a:lnTo>
                <a:lnTo>
                  <a:pt x="10287000" y="0"/>
                </a:lnTo>
                <a:lnTo>
                  <a:pt x="10287000" y="18288000"/>
                </a:lnTo>
                <a:lnTo>
                  <a:pt x="0" y="18288000"/>
                </a:lnTo>
                <a:close/>
              </a:path>
            </a:pathLst>
          </a:custGeom>
          <a:blipFill>
            <a:blip r:embed="rId2"/>
            <a:stretch>
              <a:fillRect l="-12888" r="-12888"/>
            </a:stretch>
          </a:blipFill>
        </p:spPr>
        <p:txBody>
          <a:bodyPr/>
          <a:lstStyle/>
          <a:p>
            <a:endParaRPr lang="es-ES" dirty="0"/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29047AD6-5E1B-72B3-A82C-32D9C1A78844}"/>
              </a:ext>
            </a:extLst>
          </p:cNvPr>
          <p:cNvSpPr txBox="1"/>
          <p:nvPr/>
        </p:nvSpPr>
        <p:spPr>
          <a:xfrm>
            <a:off x="3467100" y="361950"/>
            <a:ext cx="11353800" cy="8039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480"/>
              </a:lnSpc>
            </a:pPr>
            <a:r>
              <a:rPr lang="en-US" sz="5400" b="1" dirty="0" err="1">
                <a:solidFill>
                  <a:srgbClr val="006747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Evidencia</a:t>
            </a:r>
            <a:r>
              <a:rPr lang="en-US" sz="5400" b="1" dirty="0">
                <a:solidFill>
                  <a:srgbClr val="006747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 Sprint 5</a:t>
            </a:r>
          </a:p>
        </p:txBody>
      </p:sp>
      <p:pic>
        <p:nvPicPr>
          <p:cNvPr id="6" name="Imagen 5" descr="Captura de pantalla de un celular&#10;&#10;El contenido generado por IA puede ser incorrecto.">
            <a:extLst>
              <a:ext uri="{FF2B5EF4-FFF2-40B4-BE49-F238E27FC236}">
                <a16:creationId xmlns:a16="http://schemas.microsoft.com/office/drawing/2014/main" id="{8F166E30-3C71-1322-24DE-DB89536B94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4"/>
          <a:stretch>
            <a:fillRect/>
          </a:stretch>
        </p:blipFill>
        <p:spPr>
          <a:xfrm>
            <a:off x="561071" y="1309070"/>
            <a:ext cx="17165858" cy="8615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56579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8E2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774619" y="-1138445"/>
            <a:ext cx="11062159" cy="11425445"/>
            <a:chOff x="0" y="0"/>
            <a:chExt cx="1044796" cy="107910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44796" cy="1079108"/>
            </a:xfrm>
            <a:custGeom>
              <a:avLst/>
              <a:gdLst/>
              <a:ahLst/>
              <a:cxnLst/>
              <a:rect l="l" t="t" r="r" b="b"/>
              <a:pathLst>
                <a:path w="1044796" h="1079108">
                  <a:moveTo>
                    <a:pt x="522398" y="0"/>
                  </a:moveTo>
                  <a:cubicBezTo>
                    <a:pt x="233886" y="0"/>
                    <a:pt x="0" y="241566"/>
                    <a:pt x="0" y="539554"/>
                  </a:cubicBezTo>
                  <a:cubicBezTo>
                    <a:pt x="0" y="837541"/>
                    <a:pt x="233886" y="1079108"/>
                    <a:pt x="522398" y="1079108"/>
                  </a:cubicBezTo>
                  <a:cubicBezTo>
                    <a:pt x="810910" y="1079108"/>
                    <a:pt x="1044796" y="837541"/>
                    <a:pt x="1044796" y="539554"/>
                  </a:cubicBezTo>
                  <a:cubicBezTo>
                    <a:pt x="1044796" y="241566"/>
                    <a:pt x="810910" y="0"/>
                    <a:pt x="522398" y="0"/>
                  </a:cubicBezTo>
                  <a:close/>
                </a:path>
              </a:pathLst>
            </a:custGeom>
            <a:solidFill>
              <a:srgbClr val="FEFEFE">
                <a:alpha val="72941"/>
              </a:srgbClr>
            </a:solidFill>
          </p:spPr>
          <p:txBody>
            <a:bodyPr/>
            <a:lstStyle/>
            <a:p>
              <a:endParaRPr lang="es-E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97950" y="63066"/>
              <a:ext cx="848897" cy="9148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241050" y="2062614"/>
            <a:ext cx="6397421" cy="5023327"/>
          </a:xfrm>
          <a:custGeom>
            <a:avLst/>
            <a:gdLst/>
            <a:ahLst/>
            <a:cxnLst/>
            <a:rect l="l" t="t" r="r" b="b"/>
            <a:pathLst>
              <a:path w="6397421" h="5023327">
                <a:moveTo>
                  <a:pt x="0" y="0"/>
                </a:moveTo>
                <a:lnTo>
                  <a:pt x="6397421" y="0"/>
                </a:lnTo>
                <a:lnTo>
                  <a:pt x="6397421" y="5023327"/>
                </a:lnTo>
                <a:lnTo>
                  <a:pt x="0" y="502332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6" name="Freeform 6"/>
          <p:cNvSpPr/>
          <p:nvPr/>
        </p:nvSpPr>
        <p:spPr>
          <a:xfrm>
            <a:off x="10021736" y="8032532"/>
            <a:ext cx="7737381" cy="1843955"/>
          </a:xfrm>
          <a:custGeom>
            <a:avLst/>
            <a:gdLst/>
            <a:ahLst/>
            <a:cxnLst/>
            <a:rect l="l" t="t" r="r" b="b"/>
            <a:pathLst>
              <a:path w="7737381" h="1843955">
                <a:moveTo>
                  <a:pt x="0" y="0"/>
                </a:moveTo>
                <a:lnTo>
                  <a:pt x="7737381" y="0"/>
                </a:lnTo>
                <a:lnTo>
                  <a:pt x="7737381" y="1843956"/>
                </a:lnTo>
                <a:lnTo>
                  <a:pt x="0" y="184395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7" name="TextBox 7"/>
          <p:cNvSpPr txBox="1"/>
          <p:nvPr/>
        </p:nvSpPr>
        <p:spPr>
          <a:xfrm>
            <a:off x="8412848" y="4574277"/>
            <a:ext cx="8648195" cy="1171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239"/>
              </a:lnSpc>
            </a:pPr>
            <a:r>
              <a:rPr lang="en-US" sz="7699">
                <a:solidFill>
                  <a:srgbClr val="006747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“Muchas gracias ”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10330" y="1491114"/>
            <a:ext cx="5054763" cy="1143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60"/>
              </a:lnSpc>
              <a:spcBef>
                <a:spcPct val="0"/>
              </a:spcBef>
            </a:pPr>
            <a:r>
              <a:rPr lang="en-US" sz="3800" b="1">
                <a:solidFill>
                  <a:srgbClr val="517A7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Comer bien también es dar amor.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37</Words>
  <Application>Microsoft Office PowerPoint</Application>
  <PresentationFormat>Personalizado</PresentationFormat>
  <Paragraphs>10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4" baseType="lpstr">
      <vt:lpstr>Arial</vt:lpstr>
      <vt:lpstr>Canva Sans Bold</vt:lpstr>
      <vt:lpstr>Canva Sans Medium</vt:lpstr>
      <vt:lpstr>Calibri</vt:lpstr>
      <vt:lpstr>Montaser Arabic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05 Fecha 10.10.25 Avance</dc:title>
  <cp:lastModifiedBy>LEANDRO . VALENZUELA SANCHEZ</cp:lastModifiedBy>
  <cp:revision>2</cp:revision>
  <dcterms:created xsi:type="dcterms:W3CDTF">2006-08-16T00:00:00Z</dcterms:created>
  <dcterms:modified xsi:type="dcterms:W3CDTF">2025-10-24T16:35:04Z</dcterms:modified>
  <dc:identifier>DAG19YKaLwU</dc:identifier>
</cp:coreProperties>
</file>