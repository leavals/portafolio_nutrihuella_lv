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nva Sans Bold" charset="1" panose="020B0803030501040103"/>
      <p:regular r:id="rId15"/>
    </p:embeddedFont>
    <p:embeddedFont>
      <p:font typeface="Canva Sans Medium" charset="1" panose="020B0603030501040103"/>
      <p:regular r:id="rId16"/>
    </p:embeddedFont>
    <p:embeddedFont>
      <p:font typeface="Montaser Arabic" charset="1" panose="00000500000000000000"/>
      <p:regular r:id="rId17"/>
    </p:embeddedFont>
    <p:embeddedFont>
      <p:font typeface="Canva Sans" charset="1" panose="020B0503030501040103"/>
      <p:regular r:id="rId18"/>
    </p:embeddedFont>
    <p:embeddedFont>
      <p:font typeface="Canva Sans Bold Italics" charset="1" panose="020B08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69643" cy="10287000"/>
          </a:xfrm>
          <a:custGeom>
            <a:avLst/>
            <a:gdLst/>
            <a:ahLst/>
            <a:cxnLst/>
            <a:rect r="r" b="b" t="t" l="l"/>
            <a:pathLst>
              <a:path h="10287000" w="18369643">
                <a:moveTo>
                  <a:pt x="0" y="0"/>
                </a:moveTo>
                <a:lnTo>
                  <a:pt x="18369643" y="0"/>
                </a:lnTo>
                <a:lnTo>
                  <a:pt x="1836964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97565" y="7195826"/>
            <a:ext cx="3677460" cy="2333935"/>
            <a:chOff x="0" y="0"/>
            <a:chExt cx="1083752" cy="6878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3752" cy="687814"/>
            </a:xfrm>
            <a:custGeom>
              <a:avLst/>
              <a:gdLst/>
              <a:ahLst/>
              <a:cxnLst/>
              <a:rect r="r" b="b" t="t" l="l"/>
              <a:pathLst>
                <a:path h="687814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654130"/>
                  </a:lnTo>
                  <a:cubicBezTo>
                    <a:pt x="1083752" y="672733"/>
                    <a:pt x="1068671" y="687814"/>
                    <a:pt x="1050068" y="687814"/>
                  </a:cubicBezTo>
                  <a:lnTo>
                    <a:pt x="33684" y="687814"/>
                  </a:lnTo>
                  <a:cubicBezTo>
                    <a:pt x="15081" y="687814"/>
                    <a:pt x="0" y="672733"/>
                    <a:pt x="0" y="654130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82A39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083752" cy="754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55323" y="8348789"/>
            <a:ext cx="2361943" cy="1377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024940" y="7552850"/>
            <a:ext cx="329197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 del Reporte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53711" y="7959699"/>
            <a:ext cx="2439224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07</a:t>
            </a: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/11/2025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0504" y="1678474"/>
            <a:ext cx="5054763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517A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Comer bien también es dar amor.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721742" cy="10390567"/>
          </a:xfrm>
          <a:custGeom>
            <a:avLst/>
            <a:gdLst/>
            <a:ahLst/>
            <a:cxnLst/>
            <a:rect r="r" b="b" t="t" l="l"/>
            <a:pathLst>
              <a:path h="10390567" w="18721742">
                <a:moveTo>
                  <a:pt x="0" y="0"/>
                </a:moveTo>
                <a:lnTo>
                  <a:pt x="18721742" y="0"/>
                </a:lnTo>
                <a:lnTo>
                  <a:pt x="18721742" y="10390567"/>
                </a:lnTo>
                <a:lnTo>
                  <a:pt x="0" y="10390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5510" y="4962147"/>
            <a:ext cx="7407579" cy="74075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747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119533" y="6405672"/>
            <a:ext cx="2585935" cy="3881328"/>
          </a:xfrm>
          <a:custGeom>
            <a:avLst/>
            <a:gdLst/>
            <a:ahLst/>
            <a:cxnLst/>
            <a:rect r="r" b="b" t="t" l="l"/>
            <a:pathLst>
              <a:path h="3881328" w="2585935">
                <a:moveTo>
                  <a:pt x="0" y="0"/>
                </a:moveTo>
                <a:lnTo>
                  <a:pt x="2585935" y="0"/>
                </a:lnTo>
                <a:lnTo>
                  <a:pt x="2585935" y="3881328"/>
                </a:lnTo>
                <a:lnTo>
                  <a:pt x="0" y="3881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26045" y="209550"/>
            <a:ext cx="643591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AGENDA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5485" y="3043420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01 Compromiso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5485" y="4097772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02 Avances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5485" y="5155047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03 Riesgo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5485" y="6212322"/>
            <a:ext cx="10866225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04 Compromisos Próxima clase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5510" y="4889016"/>
            <a:ext cx="7407579" cy="74075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B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30845" y="990600"/>
            <a:ext cx="12237949" cy="443626"/>
          </a:xfrm>
          <a:custGeom>
            <a:avLst/>
            <a:gdLst/>
            <a:ahLst/>
            <a:cxnLst/>
            <a:rect r="r" b="b" t="t" l="l"/>
            <a:pathLst>
              <a:path h="443626" w="12237949">
                <a:moveTo>
                  <a:pt x="0" y="0"/>
                </a:moveTo>
                <a:lnTo>
                  <a:pt x="12237949" y="0"/>
                </a:lnTo>
                <a:lnTo>
                  <a:pt x="12237949" y="443626"/>
                </a:lnTo>
                <a:lnTo>
                  <a:pt x="0" y="443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9203" y="2384881"/>
            <a:ext cx="17869594" cy="5517237"/>
          </a:xfrm>
          <a:custGeom>
            <a:avLst/>
            <a:gdLst/>
            <a:ahLst/>
            <a:cxnLst/>
            <a:rect r="r" b="b" t="t" l="l"/>
            <a:pathLst>
              <a:path h="5517237" w="17869594">
                <a:moveTo>
                  <a:pt x="0" y="0"/>
                </a:moveTo>
                <a:lnTo>
                  <a:pt x="17869594" y="0"/>
                </a:lnTo>
                <a:lnTo>
                  <a:pt x="17869594" y="5517238"/>
                </a:lnTo>
                <a:lnTo>
                  <a:pt x="0" y="5517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0845" y="-9525"/>
            <a:ext cx="1535936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01 </a:t>
            </a: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Compromiso sesión anterior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87675" y="1768009"/>
            <a:ext cx="13526261" cy="7946679"/>
          </a:xfrm>
          <a:custGeom>
            <a:avLst/>
            <a:gdLst/>
            <a:ahLst/>
            <a:cxnLst/>
            <a:rect r="r" b="b" t="t" l="l"/>
            <a:pathLst>
              <a:path h="7946679" w="13526261">
                <a:moveTo>
                  <a:pt x="0" y="0"/>
                </a:moveTo>
                <a:lnTo>
                  <a:pt x="13526262" y="0"/>
                </a:lnTo>
                <a:lnTo>
                  <a:pt x="13526262" y="7946679"/>
                </a:lnTo>
                <a:lnTo>
                  <a:pt x="0" y="7946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0845" y="-9525"/>
            <a:ext cx="1535936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02 Avances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2780" y="971550"/>
            <a:ext cx="3339009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9"/>
              </a:lnSpc>
              <a:spcBef>
                <a:spcPct val="0"/>
              </a:spcBef>
            </a:pPr>
            <a:r>
              <a:rPr lang="en-US" sz="2599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Bourndown Sprint 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4696" y="3508244"/>
            <a:ext cx="1810086" cy="872615"/>
            <a:chOff x="0" y="0"/>
            <a:chExt cx="533435" cy="2571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76842" y="7736237"/>
            <a:ext cx="3715880" cy="2258906"/>
            <a:chOff x="0" y="0"/>
            <a:chExt cx="1095075" cy="6657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5075" cy="665702"/>
            </a:xfrm>
            <a:custGeom>
              <a:avLst/>
              <a:gdLst/>
              <a:ahLst/>
              <a:cxnLst/>
              <a:rect r="r" b="b" t="t" l="l"/>
              <a:pathLst>
                <a:path h="665702" w="1095075">
                  <a:moveTo>
                    <a:pt x="33335" y="0"/>
                  </a:moveTo>
                  <a:lnTo>
                    <a:pt x="1061739" y="0"/>
                  </a:lnTo>
                  <a:cubicBezTo>
                    <a:pt x="1070580" y="0"/>
                    <a:pt x="1079059" y="3512"/>
                    <a:pt x="1085311" y="9764"/>
                  </a:cubicBezTo>
                  <a:cubicBezTo>
                    <a:pt x="1091563" y="16015"/>
                    <a:pt x="1095075" y="24494"/>
                    <a:pt x="1095075" y="33335"/>
                  </a:cubicBezTo>
                  <a:lnTo>
                    <a:pt x="1095075" y="632367"/>
                  </a:lnTo>
                  <a:cubicBezTo>
                    <a:pt x="1095075" y="641208"/>
                    <a:pt x="1091563" y="649687"/>
                    <a:pt x="1085311" y="655939"/>
                  </a:cubicBezTo>
                  <a:cubicBezTo>
                    <a:pt x="1079059" y="662190"/>
                    <a:pt x="1070580" y="665702"/>
                    <a:pt x="1061739" y="665702"/>
                  </a:cubicBezTo>
                  <a:lnTo>
                    <a:pt x="33335" y="665702"/>
                  </a:lnTo>
                  <a:cubicBezTo>
                    <a:pt x="14925" y="665702"/>
                    <a:pt x="0" y="650778"/>
                    <a:pt x="0" y="632367"/>
                  </a:cubicBezTo>
                  <a:lnTo>
                    <a:pt x="0" y="33335"/>
                  </a:lnTo>
                  <a:cubicBezTo>
                    <a:pt x="0" y="24494"/>
                    <a:pt x="3512" y="16015"/>
                    <a:pt x="9764" y="9764"/>
                  </a:cubicBezTo>
                  <a:cubicBezTo>
                    <a:pt x="16015" y="3512"/>
                    <a:pt x="24494" y="0"/>
                    <a:pt x="3333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095075" cy="732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24696" y="1002035"/>
            <a:ext cx="3677460" cy="2333935"/>
            <a:chOff x="0" y="0"/>
            <a:chExt cx="1083752" cy="6878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3752" cy="687814"/>
            </a:xfrm>
            <a:custGeom>
              <a:avLst/>
              <a:gdLst/>
              <a:ahLst/>
              <a:cxnLst/>
              <a:rect r="r" b="b" t="t" l="l"/>
              <a:pathLst>
                <a:path h="687814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654130"/>
                  </a:lnTo>
                  <a:cubicBezTo>
                    <a:pt x="1083752" y="672733"/>
                    <a:pt x="1068671" y="687814"/>
                    <a:pt x="1050068" y="687814"/>
                  </a:cubicBezTo>
                  <a:lnTo>
                    <a:pt x="33684" y="687814"/>
                  </a:lnTo>
                  <a:cubicBezTo>
                    <a:pt x="15081" y="687814"/>
                    <a:pt x="0" y="672733"/>
                    <a:pt x="0" y="654130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083752" cy="754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3991" y="2048373"/>
            <a:ext cx="2361943" cy="13778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 rot="0">
            <a:off x="2397272" y="3496242"/>
            <a:ext cx="1810086" cy="872615"/>
            <a:chOff x="0" y="0"/>
            <a:chExt cx="533435" cy="2571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65A6F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  <a:r>
                <a:rPr lang="en-US" sz="2099" spc="2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31/10/2025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27179" y="4469062"/>
            <a:ext cx="1810086" cy="872615"/>
            <a:chOff x="0" y="0"/>
            <a:chExt cx="533435" cy="2571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399755" y="4457060"/>
            <a:ext cx="1810086" cy="872615"/>
            <a:chOff x="0" y="0"/>
            <a:chExt cx="533435" cy="2571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65A6F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  <a:r>
                <a:rPr lang="en-US" sz="2099" spc="2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07/11/2025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76842" y="6069981"/>
            <a:ext cx="3677460" cy="1523380"/>
            <a:chOff x="0" y="0"/>
            <a:chExt cx="1083752" cy="44894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3752" cy="448942"/>
            </a:xfrm>
            <a:custGeom>
              <a:avLst/>
              <a:gdLst/>
              <a:ahLst/>
              <a:cxnLst/>
              <a:rect r="r" b="b" t="t" l="l"/>
              <a:pathLst>
                <a:path h="448942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415258"/>
                  </a:lnTo>
                  <a:cubicBezTo>
                    <a:pt x="1083752" y="433861"/>
                    <a:pt x="1068671" y="448942"/>
                    <a:pt x="1050068" y="448942"/>
                  </a:cubicBezTo>
                  <a:lnTo>
                    <a:pt x="33684" y="448942"/>
                  </a:lnTo>
                  <a:cubicBezTo>
                    <a:pt x="15081" y="448942"/>
                    <a:pt x="0" y="433861"/>
                    <a:pt x="0" y="415258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083752" cy="515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694220" y="7558243"/>
            <a:ext cx="6701800" cy="2478460"/>
            <a:chOff x="0" y="0"/>
            <a:chExt cx="1975029" cy="73040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75029" cy="730406"/>
            </a:xfrm>
            <a:custGeom>
              <a:avLst/>
              <a:gdLst/>
              <a:ahLst/>
              <a:cxnLst/>
              <a:rect r="r" b="b" t="t" l="l"/>
              <a:pathLst>
                <a:path h="730406" w="1975029">
                  <a:moveTo>
                    <a:pt x="18483" y="0"/>
                  </a:moveTo>
                  <a:lnTo>
                    <a:pt x="1956546" y="0"/>
                  </a:lnTo>
                  <a:cubicBezTo>
                    <a:pt x="1961448" y="0"/>
                    <a:pt x="1966149" y="1947"/>
                    <a:pt x="1969615" y="5414"/>
                  </a:cubicBezTo>
                  <a:cubicBezTo>
                    <a:pt x="1973082" y="8880"/>
                    <a:pt x="1975029" y="13581"/>
                    <a:pt x="1975029" y="18483"/>
                  </a:cubicBezTo>
                  <a:lnTo>
                    <a:pt x="1975029" y="711922"/>
                  </a:lnTo>
                  <a:cubicBezTo>
                    <a:pt x="1975029" y="716824"/>
                    <a:pt x="1973082" y="721526"/>
                    <a:pt x="1969615" y="724992"/>
                  </a:cubicBezTo>
                  <a:cubicBezTo>
                    <a:pt x="1966149" y="728458"/>
                    <a:pt x="1961448" y="730406"/>
                    <a:pt x="1956546" y="730406"/>
                  </a:cubicBezTo>
                  <a:lnTo>
                    <a:pt x="18483" y="730406"/>
                  </a:lnTo>
                  <a:cubicBezTo>
                    <a:pt x="13581" y="730406"/>
                    <a:pt x="8880" y="728458"/>
                    <a:pt x="5414" y="724992"/>
                  </a:cubicBezTo>
                  <a:cubicBezTo>
                    <a:pt x="1947" y="721526"/>
                    <a:pt x="0" y="716824"/>
                    <a:pt x="0" y="711922"/>
                  </a:cubicBezTo>
                  <a:lnTo>
                    <a:pt x="0" y="18483"/>
                  </a:lnTo>
                  <a:cubicBezTo>
                    <a:pt x="0" y="13581"/>
                    <a:pt x="1947" y="8880"/>
                    <a:pt x="5414" y="5414"/>
                  </a:cubicBezTo>
                  <a:cubicBezTo>
                    <a:pt x="8880" y="1947"/>
                    <a:pt x="13581" y="0"/>
                    <a:pt x="18483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1975029" cy="79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052758" y="7522441"/>
            <a:ext cx="6235242" cy="2436899"/>
            <a:chOff x="0" y="0"/>
            <a:chExt cx="1837534" cy="71815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37534" cy="718157"/>
            </a:xfrm>
            <a:custGeom>
              <a:avLst/>
              <a:gdLst/>
              <a:ahLst/>
              <a:cxnLst/>
              <a:rect r="r" b="b" t="t" l="l"/>
              <a:pathLst>
                <a:path h="718157" w="1837534">
                  <a:moveTo>
                    <a:pt x="19866" y="0"/>
                  </a:moveTo>
                  <a:lnTo>
                    <a:pt x="1817668" y="0"/>
                  </a:lnTo>
                  <a:cubicBezTo>
                    <a:pt x="1828639" y="0"/>
                    <a:pt x="1837534" y="8894"/>
                    <a:pt x="1837534" y="19866"/>
                  </a:cubicBezTo>
                  <a:lnTo>
                    <a:pt x="1837534" y="698291"/>
                  </a:lnTo>
                  <a:cubicBezTo>
                    <a:pt x="1837534" y="703560"/>
                    <a:pt x="1835441" y="708613"/>
                    <a:pt x="1831715" y="712339"/>
                  </a:cubicBezTo>
                  <a:cubicBezTo>
                    <a:pt x="1827989" y="716064"/>
                    <a:pt x="1822936" y="718157"/>
                    <a:pt x="1817668" y="718157"/>
                  </a:cubicBezTo>
                  <a:lnTo>
                    <a:pt x="19866" y="718157"/>
                  </a:lnTo>
                  <a:cubicBezTo>
                    <a:pt x="14597" y="718157"/>
                    <a:pt x="9544" y="716064"/>
                    <a:pt x="5819" y="712339"/>
                  </a:cubicBezTo>
                  <a:cubicBezTo>
                    <a:pt x="2093" y="708613"/>
                    <a:pt x="0" y="703560"/>
                    <a:pt x="0" y="698291"/>
                  </a:cubicBezTo>
                  <a:lnTo>
                    <a:pt x="0" y="19866"/>
                  </a:lnTo>
                  <a:cubicBezTo>
                    <a:pt x="0" y="14597"/>
                    <a:pt x="2093" y="9544"/>
                    <a:pt x="5819" y="5819"/>
                  </a:cubicBezTo>
                  <a:cubicBezTo>
                    <a:pt x="9544" y="2093"/>
                    <a:pt x="14597" y="0"/>
                    <a:pt x="1986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1837534" cy="7848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194807" y="8224439"/>
            <a:ext cx="846222" cy="827352"/>
            <a:chOff x="0" y="0"/>
            <a:chExt cx="249383" cy="24382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9383" cy="243822"/>
            </a:xfrm>
            <a:custGeom>
              <a:avLst/>
              <a:gdLst/>
              <a:ahLst/>
              <a:cxnLst/>
              <a:rect r="r" b="b" t="t" l="l"/>
              <a:pathLst>
                <a:path h="243822" w="249383">
                  <a:moveTo>
                    <a:pt x="121911" y="0"/>
                  </a:moveTo>
                  <a:lnTo>
                    <a:pt x="127472" y="0"/>
                  </a:lnTo>
                  <a:cubicBezTo>
                    <a:pt x="159805" y="0"/>
                    <a:pt x="190813" y="12844"/>
                    <a:pt x="213676" y="35707"/>
                  </a:cubicBezTo>
                  <a:cubicBezTo>
                    <a:pt x="236538" y="58570"/>
                    <a:pt x="249383" y="89578"/>
                    <a:pt x="249383" y="121911"/>
                  </a:cubicBezTo>
                  <a:lnTo>
                    <a:pt x="249383" y="121911"/>
                  </a:lnTo>
                  <a:cubicBezTo>
                    <a:pt x="249383" y="189240"/>
                    <a:pt x="194801" y="243822"/>
                    <a:pt x="127472" y="243822"/>
                  </a:cubicBezTo>
                  <a:lnTo>
                    <a:pt x="121911" y="243822"/>
                  </a:lnTo>
                  <a:cubicBezTo>
                    <a:pt x="54581" y="243822"/>
                    <a:pt x="0" y="189240"/>
                    <a:pt x="0" y="121911"/>
                  </a:cubicBezTo>
                  <a:lnTo>
                    <a:pt x="0" y="121911"/>
                  </a:lnTo>
                  <a:cubicBezTo>
                    <a:pt x="0" y="54581"/>
                    <a:pt x="54581" y="0"/>
                    <a:pt x="121911" y="0"/>
                  </a:cubicBezTo>
                  <a:close/>
                </a:path>
              </a:pathLst>
            </a:custGeom>
            <a:solidFill>
              <a:srgbClr val="00674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249383" cy="3104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735880" y="7114874"/>
            <a:ext cx="355135" cy="35513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166537" y="9482830"/>
            <a:ext cx="355135" cy="355135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747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0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5968626" y="1180007"/>
            <a:ext cx="8438342" cy="6103461"/>
          </a:xfrm>
          <a:custGeom>
            <a:avLst/>
            <a:gdLst/>
            <a:ahLst/>
            <a:cxnLst/>
            <a:rect r="r" b="b" t="t" l="l"/>
            <a:pathLst>
              <a:path h="6103461" w="8438342">
                <a:moveTo>
                  <a:pt x="0" y="0"/>
                </a:moveTo>
                <a:lnTo>
                  <a:pt x="8438342" y="0"/>
                </a:lnTo>
                <a:lnTo>
                  <a:pt x="8438342" y="6103462"/>
                </a:lnTo>
                <a:lnTo>
                  <a:pt x="0" y="61034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796268" y="3648070"/>
            <a:ext cx="146299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Fecha de Inicio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168075" y="-81598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Resumen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56398" y="6137317"/>
            <a:ext cx="217866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Real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729597" y="6108081"/>
            <a:ext cx="962196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84%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83608" y="1252434"/>
            <a:ext cx="329197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22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 del Reporte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12379" y="1659283"/>
            <a:ext cx="2439224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07</a:t>
            </a:r>
            <a:r>
              <a:rPr lang="en-US" sz="3200" b="true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/11/2025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82598" y="4608887"/>
            <a:ext cx="138414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Fecha de </a:t>
            </a:r>
          </a:p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Fin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70476" y="6477677"/>
            <a:ext cx="235937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Esperado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729597" y="6448441"/>
            <a:ext cx="962196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78%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56398" y="6790706"/>
            <a:ext cx="119376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Desviacion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804629" y="6768799"/>
            <a:ext cx="693438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6%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56224" y="5545471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ESTADO  ANTERIOR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63357" y="8239241"/>
            <a:ext cx="3110245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Real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049422" y="8197398"/>
            <a:ext cx="123819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93%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51903" y="8638088"/>
            <a:ext cx="2755793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Esperado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071353" y="8601575"/>
            <a:ext cx="123819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83%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51903" y="9032740"/>
            <a:ext cx="2627914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Desviacion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091015" y="8994515"/>
            <a:ext cx="1101707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+10%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24696" y="7762230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ESTADO  ACTUAL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54049" y="7146306"/>
            <a:ext cx="109741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Estado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959140" y="7753895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Logros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603985" y="7586890"/>
            <a:ext cx="3605967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Explicación del Desvió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271833" y="8379576"/>
            <a:ext cx="915831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b="true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+10%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385873" y="8087905"/>
            <a:ext cx="4446523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400" spc="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 desviación es positiva se ha logrado completar 8 tareas por lo tanto estamos  por sobre la curva.</a:t>
            </a:r>
          </a:p>
          <a:p>
            <a:pPr algn="l">
              <a:lnSpc>
                <a:spcPts val="1820"/>
              </a:lnSpc>
            </a:pPr>
            <a:r>
              <a:rPr lang="en-US" sz="1400" spc="1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esto se completo ya que se logro completar las metricas basicas</a:t>
            </a:r>
          </a:p>
          <a:p>
            <a:pPr algn="l">
              <a:lnSpc>
                <a:spcPts val="2469"/>
              </a:lnSpc>
            </a:pPr>
          </a:p>
        </p:txBody>
      </p:sp>
      <p:sp>
        <p:nvSpPr>
          <p:cNvPr name="TextBox 65" id="65"/>
          <p:cNvSpPr txBox="true"/>
          <p:nvPr/>
        </p:nvSpPr>
        <p:spPr>
          <a:xfrm rot="0">
            <a:off x="4959140" y="8131550"/>
            <a:ext cx="5888620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Se implementaron y validaron indicadores clave relacionados con la actividad y comportamiento de los usuarios, incluyendo registros mensuales, comunas con mayor presencia, niveles de actividad y distribución por especie.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863357" y="9435205"/>
            <a:ext cx="982375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Estado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428238" y="857250"/>
          <a:ext cx="16576008" cy="5628099"/>
        </p:xfrm>
        <a:graphic>
          <a:graphicData uri="http://schemas.openxmlformats.org/drawingml/2006/table">
            <a:tbl>
              <a:tblPr/>
              <a:tblGrid>
                <a:gridCol w="1051325"/>
                <a:gridCol w="3498394"/>
                <a:gridCol w="1861366"/>
                <a:gridCol w="2446197"/>
                <a:gridCol w="1785345"/>
                <a:gridCol w="1973872"/>
                <a:gridCol w="1728646"/>
                <a:gridCol w="2230865"/>
              </a:tblGrid>
              <a:tr h="135217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RIESGO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Nivel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PLAN DE MITIGACION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RESPONSABLE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TIPO DE IMPACTO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PLAZO DE IMPLENTACION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</a:tr>
              <a:tr h="1850855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Falta de algún integrante clave durante el sprint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2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Definir dentro del equipo quien asumirá la responsabilidad de las tareas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Gonzalo troncoso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Tiempo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37017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Riesgo de demostración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ideo demo offline, Servidor Local.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Leandro Valenzuela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Resputacional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054891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Exposición de credenciales o repositorio mal configurado.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Repositorios Privado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Leandro Valenzuela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Resputacional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586804" y="171450"/>
            <a:ext cx="643591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Riesgo asociado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428238" y="7002863"/>
          <a:ext cx="16422843" cy="2886075"/>
        </p:xfrm>
        <a:graphic>
          <a:graphicData uri="http://schemas.openxmlformats.org/drawingml/2006/table">
            <a:tbl>
              <a:tblPr/>
              <a:tblGrid>
                <a:gridCol w="888482"/>
                <a:gridCol w="3584966"/>
                <a:gridCol w="1657877"/>
                <a:gridCol w="2810157"/>
                <a:gridCol w="2174416"/>
                <a:gridCol w="2298119"/>
                <a:gridCol w="3008826"/>
              </a:tblGrid>
              <a:tr h="762542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Descripcion del problema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criticidad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acciones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Responsable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Fecha de cierre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</a:tr>
              <a:tr h="1061767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Vista crud de usuario para administrador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Revisar endpoint de detalle de usuari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Leandro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31/10/2025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061767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R-11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Error en testing de proyecto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 ajusta la versión de todos los devs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Leandro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18/10/2025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Cerrado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428238" y="6431363"/>
            <a:ext cx="15176887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Registro de incidencia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70106" y="171450"/>
            <a:ext cx="643591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03 Riesgo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1158" y="3196553"/>
            <a:ext cx="17085684" cy="5467419"/>
          </a:xfrm>
          <a:custGeom>
            <a:avLst/>
            <a:gdLst/>
            <a:ahLst/>
            <a:cxnLst/>
            <a:rect r="r" b="b" t="t" l="l"/>
            <a:pathLst>
              <a:path h="5467419" w="17085684">
                <a:moveTo>
                  <a:pt x="0" y="0"/>
                </a:moveTo>
                <a:lnTo>
                  <a:pt x="17085684" y="0"/>
                </a:lnTo>
                <a:lnTo>
                  <a:pt x="17085684" y="5467419"/>
                </a:lnTo>
                <a:lnTo>
                  <a:pt x="0" y="54674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26045" y="209550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04 Compromisos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74619" y="-1138445"/>
            <a:ext cx="11062159" cy="11425445"/>
            <a:chOff x="0" y="0"/>
            <a:chExt cx="1044796" cy="10791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4796" cy="1079108"/>
            </a:xfrm>
            <a:custGeom>
              <a:avLst/>
              <a:gdLst/>
              <a:ahLst/>
              <a:cxnLst/>
              <a:rect r="r" b="b" t="t" l="l"/>
              <a:pathLst>
                <a:path h="1079108" w="1044796">
                  <a:moveTo>
                    <a:pt x="522398" y="0"/>
                  </a:moveTo>
                  <a:cubicBezTo>
                    <a:pt x="233886" y="0"/>
                    <a:pt x="0" y="241566"/>
                    <a:pt x="0" y="539554"/>
                  </a:cubicBezTo>
                  <a:cubicBezTo>
                    <a:pt x="0" y="837541"/>
                    <a:pt x="233886" y="1079108"/>
                    <a:pt x="522398" y="1079108"/>
                  </a:cubicBezTo>
                  <a:cubicBezTo>
                    <a:pt x="810910" y="1079108"/>
                    <a:pt x="1044796" y="837541"/>
                    <a:pt x="1044796" y="539554"/>
                  </a:cubicBezTo>
                  <a:cubicBezTo>
                    <a:pt x="1044796" y="241566"/>
                    <a:pt x="810910" y="0"/>
                    <a:pt x="522398" y="0"/>
                  </a:cubicBezTo>
                  <a:close/>
                </a:path>
              </a:pathLst>
            </a:custGeom>
            <a:solidFill>
              <a:srgbClr val="FEFEFE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97950" y="63066"/>
              <a:ext cx="848897" cy="914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41050" y="2062614"/>
            <a:ext cx="6397421" cy="5023327"/>
          </a:xfrm>
          <a:custGeom>
            <a:avLst/>
            <a:gdLst/>
            <a:ahLst/>
            <a:cxnLst/>
            <a:rect r="r" b="b" t="t" l="l"/>
            <a:pathLst>
              <a:path h="5023327" w="6397421">
                <a:moveTo>
                  <a:pt x="0" y="0"/>
                </a:moveTo>
                <a:lnTo>
                  <a:pt x="6397421" y="0"/>
                </a:lnTo>
                <a:lnTo>
                  <a:pt x="6397421" y="5023327"/>
                </a:lnTo>
                <a:lnTo>
                  <a:pt x="0" y="50233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21736" y="8032532"/>
            <a:ext cx="7737381" cy="1843955"/>
          </a:xfrm>
          <a:custGeom>
            <a:avLst/>
            <a:gdLst/>
            <a:ahLst/>
            <a:cxnLst/>
            <a:rect r="r" b="b" t="t" l="l"/>
            <a:pathLst>
              <a:path h="1843955" w="7737381">
                <a:moveTo>
                  <a:pt x="0" y="0"/>
                </a:moveTo>
                <a:lnTo>
                  <a:pt x="7737381" y="0"/>
                </a:lnTo>
                <a:lnTo>
                  <a:pt x="7737381" y="1843956"/>
                </a:lnTo>
                <a:lnTo>
                  <a:pt x="0" y="184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12848" y="4574277"/>
            <a:ext cx="8648195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39"/>
              </a:lnSpc>
            </a:pPr>
            <a:r>
              <a:rPr lang="en-US" sz="7699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“Muchas gracias 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0330" y="1491114"/>
            <a:ext cx="5054763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517A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Comer bien también es dar amor.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DAG0qV1gGAQ</dc:identifier>
  <dcterms:modified xsi:type="dcterms:W3CDTF">2011-08-01T06:04:30Z</dcterms:modified>
  <cp:revision>1</cp:revision>
  <dc:title>09 Fecha 07.11.25 Avance</dc:title>
</cp:coreProperties>
</file>