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aser Arabic" panose="020B0604020202020204" charset="-78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226" y="0"/>
            <a:ext cx="18369643" cy="10287000"/>
          </a:xfrm>
          <a:custGeom>
            <a:avLst/>
            <a:gdLst/>
            <a:ahLst/>
            <a:cxnLst/>
            <a:rect l="l" t="t" r="r" b="b"/>
            <a:pathLst>
              <a:path w="18369643" h="10287000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721742" cy="10390567"/>
          </a:xfrm>
          <a:custGeom>
            <a:avLst/>
            <a:gdLst/>
            <a:ahLst/>
            <a:cxnLst/>
            <a:rect l="l" t="t" r="r" b="b"/>
            <a:pathLst>
              <a:path w="18721742" h="10390567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5510" y="4962147"/>
            <a:ext cx="7407579" cy="74075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60787" y="1028700"/>
            <a:ext cx="12237949" cy="443626"/>
          </a:xfrm>
          <a:custGeom>
            <a:avLst/>
            <a:gdLst/>
            <a:ahLst/>
            <a:cxnLst/>
            <a:rect l="l" t="t" r="r" b="b"/>
            <a:pathLst>
              <a:path w="12237949" h="443626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330845" y="-9525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C5D1BF-17BF-4743-3F97-80B214CE6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2" y="1536236"/>
            <a:ext cx="15118285" cy="439163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30399B3-2CCC-B896-231D-115969981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991784"/>
            <a:ext cx="7407580" cy="4212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5510" y="4962147"/>
            <a:ext cx="7407579" cy="74075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30845" y="-9525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Resumen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09108" y="1541398"/>
            <a:ext cx="6678892" cy="418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iniciales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41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completadas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15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Tareas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pendientes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26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Porcentaje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completado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</a:t>
            </a:r>
            <a:r>
              <a:rPr lang="en-US" sz="3400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36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%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Día actual: 11 de 69</a:t>
            </a: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Ideal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día 11: 35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pendientes</a:t>
            </a:r>
            <a:endParaRPr lang="en-US" sz="3400" u="none" strike="noStrike" dirty="0">
              <a:solidFill>
                <a:srgbClr val="006747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Real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día 11: </a:t>
            </a:r>
            <a:r>
              <a:rPr lang="en-US" sz="3400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26</a:t>
            </a:r>
            <a:r>
              <a:rPr lang="en-US" sz="3400" u="none" strike="noStrike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3400" u="none" strike="noStrike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pendientes</a:t>
            </a:r>
            <a:endParaRPr lang="en-US" sz="3400" u="none" strike="noStrike" dirty="0">
              <a:solidFill>
                <a:srgbClr val="006747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4080"/>
              </a:lnSpc>
              <a:spcBef>
                <a:spcPct val="0"/>
              </a:spcBef>
            </a:pPr>
            <a:endParaRPr lang="en-US" sz="3400" u="none" strike="noStrike" dirty="0">
              <a:solidFill>
                <a:srgbClr val="006747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4798" y="5965010"/>
            <a:ext cx="5775901" cy="37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153" dirty="0" err="1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Riesgos</a:t>
            </a:r>
            <a:r>
              <a:rPr lang="en-US" sz="2153" dirty="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Segundo Sprint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83C2561-562E-3C20-F3B7-E179DF0F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58" y="827420"/>
            <a:ext cx="8573696" cy="489653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09187F8-DBC5-8A5B-FA16-ED64977CE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670" y="5983445"/>
            <a:ext cx="9190659" cy="4195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55510" y="4962147"/>
            <a:ext cx="7407579" cy="74075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0845" y="-9525"/>
            <a:ext cx="1171970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6A73214-1A13-63D7-BB77-AA8858DE3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162300"/>
            <a:ext cx="14272939" cy="396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</Words>
  <Application>Microsoft Office PowerPoint</Application>
  <PresentationFormat>Personalizado</PresentationFormat>
  <Paragraphs>11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Montaser Arabic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NutriHuella</dc:title>
  <cp:lastModifiedBy>GONZALO ESTEBAN TRONCOSO CORTES</cp:lastModifiedBy>
  <cp:revision>2</cp:revision>
  <dcterms:created xsi:type="dcterms:W3CDTF">2006-08-16T00:00:00Z</dcterms:created>
  <dcterms:modified xsi:type="dcterms:W3CDTF">2025-09-12T17:49:58Z</dcterms:modified>
  <dc:identifier>DAGx21e0rX4</dc:identifier>
</cp:coreProperties>
</file>