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62" r:id="rId5"/>
    <p:sldId id="263" r:id="rId6"/>
    <p:sldId id="260" r:id="rId7"/>
    <p:sldId id="264" r:id="rId8"/>
  </p:sldIdLst>
  <p:sldSz cx="18288000" cy="10287000"/>
  <p:notesSz cx="6858000" cy="9144000"/>
  <p:embeddedFontLst>
    <p:embeddedFont>
      <p:font typeface="Montaser Arabic" panose="020B0604020202020204" charset="-78"/>
      <p:regular r:id="rId1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52" d="100"/>
          <a:sy n="52" d="100"/>
        </p:scale>
        <p:origin x="850" y="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L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10BA54E-973A-4F15-BB9F-B4C982F21ABC}" type="datetimeFigureOut">
              <a:rPr lang="es-CL" smtClean="0"/>
              <a:t>26-09-2025</a:t>
            </a:fld>
            <a:endParaRPr lang="es-CL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L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L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50AAD88-85C2-4859-837E-BC8F2BD4C570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764823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968933-C1E1-880A-A7F2-B1E937832F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C75FF243-3E95-DF1B-5B3A-7AE6C8C4B72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62690991-0D85-F29C-90DA-43DB40DD13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L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960EF942-5056-EFE5-6C97-5DB37168BD4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0AAD88-85C2-4859-837E-BC8F2BD4C570}" type="slidenum">
              <a:rPr lang="es-CL" smtClean="0"/>
              <a:t>5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08989736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5F9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96226" y="0"/>
            <a:ext cx="18369643" cy="10287000"/>
          </a:xfrm>
          <a:custGeom>
            <a:avLst/>
            <a:gdLst/>
            <a:ahLst/>
            <a:cxnLst/>
            <a:rect l="l" t="t" r="r" b="b"/>
            <a:pathLst>
              <a:path w="18369643" h="10287000">
                <a:moveTo>
                  <a:pt x="0" y="0"/>
                </a:moveTo>
                <a:lnTo>
                  <a:pt x="18369643" y="0"/>
                </a:lnTo>
                <a:lnTo>
                  <a:pt x="18369643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5F9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721742" cy="10390567"/>
          </a:xfrm>
          <a:custGeom>
            <a:avLst/>
            <a:gdLst/>
            <a:ahLst/>
            <a:cxnLst/>
            <a:rect l="l" t="t" r="r" b="b"/>
            <a:pathLst>
              <a:path w="18721742" h="10390567">
                <a:moveTo>
                  <a:pt x="0" y="0"/>
                </a:moveTo>
                <a:lnTo>
                  <a:pt x="18721742" y="0"/>
                </a:lnTo>
                <a:lnTo>
                  <a:pt x="18721742" y="10390567"/>
                </a:lnTo>
                <a:lnTo>
                  <a:pt x="0" y="1039056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CL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5F9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3555510" y="4962147"/>
            <a:ext cx="7407579" cy="7407579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D9D9DB">
                <a:alpha val="72941"/>
              </a:srgbClr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>
            <a:off x="460787" y="1028700"/>
            <a:ext cx="12237949" cy="443626"/>
          </a:xfrm>
          <a:custGeom>
            <a:avLst/>
            <a:gdLst/>
            <a:ahLst/>
            <a:cxnLst/>
            <a:rect l="l" t="t" r="r" b="b"/>
            <a:pathLst>
              <a:path w="12237949" h="443626">
                <a:moveTo>
                  <a:pt x="0" y="0"/>
                </a:moveTo>
                <a:lnTo>
                  <a:pt x="12237949" y="0"/>
                </a:lnTo>
                <a:lnTo>
                  <a:pt x="12237949" y="443626"/>
                </a:lnTo>
                <a:lnTo>
                  <a:pt x="0" y="44362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8" name="TextBox 8"/>
          <p:cNvSpPr txBox="1"/>
          <p:nvPr/>
        </p:nvSpPr>
        <p:spPr>
          <a:xfrm>
            <a:off x="330845" y="-9525"/>
            <a:ext cx="11719709" cy="10001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800"/>
              </a:lnSpc>
            </a:pPr>
            <a:r>
              <a:rPr lang="en-US" sz="6500">
                <a:solidFill>
                  <a:srgbClr val="006747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Compromiso sesión anterior</a:t>
            </a: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802013B5-76E8-18B3-CA4F-DEAF684C74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3077" y="1472326"/>
            <a:ext cx="13852829" cy="3572437"/>
          </a:xfrm>
          <a:prstGeom prst="rect">
            <a:avLst/>
          </a:prstGeom>
        </p:spPr>
      </p:pic>
      <p:pic>
        <p:nvPicPr>
          <p:cNvPr id="14" name="Imagen 13">
            <a:extLst>
              <a:ext uri="{FF2B5EF4-FFF2-40B4-BE49-F238E27FC236}">
                <a16:creationId xmlns:a16="http://schemas.microsoft.com/office/drawing/2014/main" id="{8B70BB37-3296-67AB-79B9-1D1E2ED5836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10627" y="5143500"/>
            <a:ext cx="8697539" cy="5048955"/>
          </a:xfrm>
          <a:prstGeom prst="rect">
            <a:avLst/>
          </a:prstGeom>
        </p:spPr>
      </p:pic>
      <p:sp>
        <p:nvSpPr>
          <p:cNvPr id="16" name="CuadroTexto 15">
            <a:extLst>
              <a:ext uri="{FF2B5EF4-FFF2-40B4-BE49-F238E27FC236}">
                <a16:creationId xmlns:a16="http://schemas.microsoft.com/office/drawing/2014/main" id="{92A82261-9966-F260-624E-85FAC8A7FE14}"/>
              </a:ext>
            </a:extLst>
          </p:cNvPr>
          <p:cNvSpPr txBox="1"/>
          <p:nvPr/>
        </p:nvSpPr>
        <p:spPr>
          <a:xfrm>
            <a:off x="11955397" y="6719136"/>
            <a:ext cx="4589148" cy="11011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l">
              <a:lnSpc>
                <a:spcPts val="4080"/>
              </a:lnSpc>
              <a:spcBef>
                <a:spcPct val="0"/>
              </a:spcBef>
            </a:pPr>
            <a:r>
              <a:rPr lang="en-US" sz="2800" u="none" strike="noStrike" dirty="0">
                <a:solidFill>
                  <a:srgbClr val="006747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Tareas completadas: 18</a:t>
            </a:r>
          </a:p>
          <a:p>
            <a:pPr marL="0" lvl="0" indent="0" algn="l">
              <a:lnSpc>
                <a:spcPts val="4080"/>
              </a:lnSpc>
              <a:spcBef>
                <a:spcPct val="0"/>
              </a:spcBef>
            </a:pPr>
            <a:r>
              <a:rPr lang="en-US" sz="2800" u="none" strike="noStrike" dirty="0">
                <a:solidFill>
                  <a:srgbClr val="006747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Tareas pendientes: 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5F9F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C4C0D8F-3862-14CC-B3EA-316B35967E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57C7417E-FBC5-E4CA-021B-E9BBEB10B4A4}"/>
              </a:ext>
            </a:extLst>
          </p:cNvPr>
          <p:cNvGrpSpPr/>
          <p:nvPr/>
        </p:nvGrpSpPr>
        <p:grpSpPr>
          <a:xfrm>
            <a:off x="13555510" y="4962147"/>
            <a:ext cx="7407579" cy="7407579"/>
            <a:chOff x="0" y="0"/>
            <a:chExt cx="812800" cy="812800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38C91E9F-5176-48DB-306B-B664D6AAF6CF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D9D9DB">
                <a:alpha val="72941"/>
              </a:srgbClr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7B098596-57B6-33A7-750A-FAABBCAD29F0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8" name="TextBox 8">
            <a:extLst>
              <a:ext uri="{FF2B5EF4-FFF2-40B4-BE49-F238E27FC236}">
                <a16:creationId xmlns:a16="http://schemas.microsoft.com/office/drawing/2014/main" id="{B29B0351-D20D-18BA-B36C-0BEF10FE1C2A}"/>
              </a:ext>
            </a:extLst>
          </p:cNvPr>
          <p:cNvSpPr txBox="1"/>
          <p:nvPr/>
        </p:nvSpPr>
        <p:spPr>
          <a:xfrm>
            <a:off x="304800" y="342900"/>
            <a:ext cx="11719709" cy="10001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800"/>
              </a:lnSpc>
            </a:pPr>
            <a:r>
              <a:rPr lang="en-US" sz="6500" dirty="0">
                <a:solidFill>
                  <a:srgbClr val="006747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Sprint Actual</a:t>
            </a:r>
          </a:p>
        </p:txBody>
      </p:sp>
      <p:pic>
        <p:nvPicPr>
          <p:cNvPr id="13" name="Imagen 12">
            <a:extLst>
              <a:ext uri="{FF2B5EF4-FFF2-40B4-BE49-F238E27FC236}">
                <a16:creationId xmlns:a16="http://schemas.microsoft.com/office/drawing/2014/main" id="{A3C56F1F-93E3-DC7B-B564-77D05337ED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25400" y="1811594"/>
            <a:ext cx="3826244" cy="5703605"/>
          </a:xfrm>
          <a:prstGeom prst="rect">
            <a:avLst/>
          </a:prstGeom>
        </p:spPr>
      </p:pic>
      <p:pic>
        <p:nvPicPr>
          <p:cNvPr id="18" name="Imagen 17">
            <a:extLst>
              <a:ext uri="{FF2B5EF4-FFF2-40B4-BE49-F238E27FC236}">
                <a16:creationId xmlns:a16="http://schemas.microsoft.com/office/drawing/2014/main" id="{5171A65C-89E2-A6A3-6460-EE318C93CF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0600" y="2324099"/>
            <a:ext cx="10668000" cy="5743309"/>
          </a:xfrm>
          <a:prstGeom prst="rect">
            <a:avLst/>
          </a:prstGeom>
        </p:spPr>
      </p:pic>
      <p:sp>
        <p:nvSpPr>
          <p:cNvPr id="19" name="TextBox 8">
            <a:extLst>
              <a:ext uri="{FF2B5EF4-FFF2-40B4-BE49-F238E27FC236}">
                <a16:creationId xmlns:a16="http://schemas.microsoft.com/office/drawing/2014/main" id="{DC2DD5EB-AED4-6174-7B77-F06A10E022DD}"/>
              </a:ext>
            </a:extLst>
          </p:cNvPr>
          <p:cNvSpPr txBox="1"/>
          <p:nvPr/>
        </p:nvSpPr>
        <p:spPr>
          <a:xfrm>
            <a:off x="12024509" y="8367609"/>
            <a:ext cx="7010400" cy="155363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4080"/>
              </a:lnSpc>
              <a:spcBef>
                <a:spcPct val="0"/>
              </a:spcBef>
            </a:pPr>
            <a:r>
              <a:rPr lang="en-US" sz="3400" u="none" strike="noStrike" dirty="0">
                <a:solidFill>
                  <a:srgbClr val="006747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Tareas completadas: 4</a:t>
            </a:r>
          </a:p>
          <a:p>
            <a:pPr marL="0" lvl="0" indent="0" algn="l">
              <a:lnSpc>
                <a:spcPts val="4080"/>
              </a:lnSpc>
              <a:spcBef>
                <a:spcPct val="0"/>
              </a:spcBef>
            </a:pPr>
            <a:r>
              <a:rPr lang="en-US" sz="3400" u="none" strike="noStrike" dirty="0">
                <a:solidFill>
                  <a:srgbClr val="006747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Tareas pendientes: 4</a:t>
            </a:r>
          </a:p>
          <a:p>
            <a:pPr marL="0" lvl="0" indent="0" algn="l">
              <a:lnSpc>
                <a:spcPts val="4080"/>
              </a:lnSpc>
              <a:spcBef>
                <a:spcPct val="0"/>
              </a:spcBef>
            </a:pPr>
            <a:endParaRPr lang="en-US" sz="3400" u="none" strike="noStrike" dirty="0">
              <a:solidFill>
                <a:srgbClr val="006747"/>
              </a:solidFill>
              <a:latin typeface="Montaser Arabic"/>
              <a:ea typeface="Montaser Arabic"/>
              <a:cs typeface="Montaser Arabic"/>
              <a:sym typeface="Montaser Arabic"/>
            </a:endParaRPr>
          </a:p>
        </p:txBody>
      </p:sp>
    </p:spTree>
    <p:extLst>
      <p:ext uri="{BB962C8B-B14F-4D97-AF65-F5344CB8AC3E}">
        <p14:creationId xmlns:p14="http://schemas.microsoft.com/office/powerpoint/2010/main" val="17707428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5F9F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A5D0359-10B0-70B4-FFDF-3C85E66B52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F8284B99-379F-04BD-933C-375E8B3A41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87" y="8808"/>
            <a:ext cx="18281026" cy="102693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26039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BEC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6"/>
          <p:cNvSpPr txBox="1"/>
          <p:nvPr/>
        </p:nvSpPr>
        <p:spPr>
          <a:xfrm>
            <a:off x="330845" y="-9525"/>
            <a:ext cx="11719709" cy="10001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800"/>
              </a:lnSpc>
            </a:pPr>
            <a:r>
              <a:rPr lang="en-US" sz="6500" dirty="0">
                <a:solidFill>
                  <a:srgbClr val="006747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Riesgo</a:t>
            </a:r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C235357D-65EC-C93B-781B-0C5961ABFD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5400" y="990600"/>
            <a:ext cx="13487400" cy="798363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BECE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39B8136-E85B-FDF8-AE03-8F2DE5E332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6">
            <a:extLst>
              <a:ext uri="{FF2B5EF4-FFF2-40B4-BE49-F238E27FC236}">
                <a16:creationId xmlns:a16="http://schemas.microsoft.com/office/drawing/2014/main" id="{754FD157-D6F4-F37E-A48B-437AA082DEB7}"/>
              </a:ext>
            </a:extLst>
          </p:cNvPr>
          <p:cNvSpPr txBox="1"/>
          <p:nvPr/>
        </p:nvSpPr>
        <p:spPr>
          <a:xfrm>
            <a:off x="330845" y="-9525"/>
            <a:ext cx="11719709" cy="10001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800"/>
              </a:lnSpc>
            </a:pPr>
            <a:r>
              <a:rPr lang="en-US" sz="6500">
                <a:solidFill>
                  <a:srgbClr val="006747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Compromiso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E7C14E21-5554-00A9-2C73-E4CF0068E6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2781300"/>
            <a:ext cx="15330343" cy="40293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640602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1794</TotalTime>
  <Words>24</Words>
  <Application>Microsoft Office PowerPoint</Application>
  <PresentationFormat>Personalizado</PresentationFormat>
  <Paragraphs>9</Paragraphs>
  <Slides>7</Slides>
  <Notes>1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7</vt:i4>
      </vt:variant>
    </vt:vector>
  </HeadingPairs>
  <TitlesOfParts>
    <vt:vector size="12" baseType="lpstr">
      <vt:lpstr>Montaser Arabic</vt:lpstr>
      <vt:lpstr>Aptos</vt:lpstr>
      <vt:lpstr>Calibri</vt:lpstr>
      <vt:lpstr>Arial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NutriHuella</dc:title>
  <dc:creator>gonza</dc:creator>
  <cp:lastModifiedBy>GONZALO ESTEBAN TRONCOSO CORTES</cp:lastModifiedBy>
  <cp:revision>12</cp:revision>
  <dcterms:created xsi:type="dcterms:W3CDTF">2006-08-16T00:00:00Z</dcterms:created>
  <dcterms:modified xsi:type="dcterms:W3CDTF">2025-09-26T18:48:14Z</dcterms:modified>
  <dc:identifier>DAGx21e0rX4</dc:identifier>
</cp:coreProperties>
</file>